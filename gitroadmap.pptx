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52F7CB-6207-46A8-AE3E-2AC07EF69D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A8CAD7A-4924-4B13-A574-C50B4DD60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2FD240-CFA8-498B-96EC-69AFFB2C5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AD52D-CE8B-497A-BE10-F3A4DDBA00C3}" type="datetimeFigureOut">
              <a:rPr lang="ko-KR" altLang="en-US" smtClean="0"/>
              <a:t>2021-09-06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96C7E5-B0FC-47CF-8DB8-AA75C96E8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B2F0950-7F89-4D37-8941-C48CD1969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0D864-94CF-4074-A69E-B49127A46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99547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3D0860-CABC-4A36-888F-F9E44284A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9F6308-358C-45EF-A26A-4875245D1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A9726BC-1E7B-4A10-A5B3-17E3EBB17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AD52D-CE8B-497A-BE10-F3A4DDBA00C3}" type="datetimeFigureOut">
              <a:rPr lang="ko-KR" altLang="en-US" smtClean="0"/>
              <a:t>2021-09-06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B035BB3-910F-41EA-8043-B08E9F040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2FDD0F-6087-4F34-AA0D-9A199F534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0D864-94CF-4074-A69E-B49127A46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0524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FFDFB-AA2A-4211-B570-8EC4C8A750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CC39E99-1F11-482A-8965-CF07F267B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208F7D-ADC6-4959-9882-4A074AA25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AD52D-CE8B-497A-BE10-F3A4DDBA00C3}" type="datetimeFigureOut">
              <a:rPr lang="ko-KR" altLang="en-US" smtClean="0"/>
              <a:t>2021-09-06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C70E202-ABC1-4A03-84B0-9DF452C9A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15280EA-4723-4292-8EF8-25EAF55AF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0D864-94CF-4074-A69E-B49127A46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3851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048022-3DDF-4F55-AC88-5C439B410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EA944F-9814-4A51-876C-4929518548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AD8EF57-7ECD-4B7C-9113-7131A176FD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F7C058-0FA1-47B3-B0B6-CA0CD22CB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AD52D-CE8B-497A-BE10-F3A4DDBA00C3}" type="datetimeFigureOut">
              <a:rPr lang="ko-KR" altLang="en-US" smtClean="0"/>
              <a:t>2021-09-06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7172252-D95A-4369-9FE6-94C9F1403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1B3D704-06AF-473F-A7E9-A9494B4F8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0D864-94CF-4074-A69E-B49127A46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7046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109D8-AA88-4055-9D2B-D1BB79801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312E52A-1C86-4321-AE2D-6B55C6B264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1EA845-2056-4ABF-93BB-9B4F8A3644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1313DE6-9E91-4295-82D7-AE9485A2AD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9FB3DE5-D9F3-4DE9-8FE6-2E68903982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5F389F9-B6CE-433A-8256-4F956DDFA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AD52D-CE8B-497A-BE10-F3A4DDBA00C3}" type="datetimeFigureOut">
              <a:rPr lang="ko-KR" altLang="en-US" smtClean="0"/>
              <a:t>2021-09-06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D2AB259-6D93-4807-9648-63D2ED9CF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6466D0E-E97C-44FC-B688-C5D60863D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0D864-94CF-4074-A69E-B49127A46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5697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B3524B-735F-43CA-A2FD-BA88C41CEF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AE3F1ED-D9C7-44C4-8A88-060A22A89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AD52D-CE8B-497A-BE10-F3A4DDBA00C3}" type="datetimeFigureOut">
              <a:rPr lang="ko-KR" altLang="en-US" smtClean="0"/>
              <a:t>2021-09-06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1355B68-172E-4A70-966F-7AD1E647F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12D25CF-4611-46EA-8D33-33A5F8E45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0D864-94CF-4074-A69E-B49127A46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951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5FED735-AFC0-4785-A2F8-7B3EB22AAA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AD52D-CE8B-497A-BE10-F3A4DDBA00C3}" type="datetimeFigureOut">
              <a:rPr lang="ko-KR" altLang="en-US" smtClean="0"/>
              <a:t>2021-09-06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AFC1AC4-6FE6-4F9B-8D4E-6DC8B93A8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DEB161-D0BA-4575-9178-87F43E64A5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0D864-94CF-4074-A69E-B49127A46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1671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A71549-4B0C-4AC4-9CA7-03D800671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7D486F-E8AB-4A94-BF41-19035243B3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188EF67-1228-4691-A3E5-C577655BCF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E9F411-D3A3-4FCE-B330-8AB22713D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AD52D-CE8B-497A-BE10-F3A4DDBA00C3}" type="datetimeFigureOut">
              <a:rPr lang="ko-KR" altLang="en-US" smtClean="0"/>
              <a:t>2021-09-06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DAED6B8-51AF-4121-9922-3CA309552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6A3285-89B6-4E2E-A1B5-31436D5D2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0D864-94CF-4074-A69E-B49127A46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1696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44574F-B115-4CA6-81C1-7394DD281B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B03891F-04AE-40FB-ABBE-661E96C960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2B13691-CC40-4CE6-BD37-23129EAE1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88752D6-61AC-4677-AFA6-2924F012C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AD52D-CE8B-497A-BE10-F3A4DDBA00C3}" type="datetimeFigureOut">
              <a:rPr lang="ko-KR" altLang="en-US" smtClean="0"/>
              <a:t>2021-09-06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B29B535-D240-40EA-BD71-D1A1E7A925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522728-6B0F-4F19-BFFF-CF9C207E1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0D864-94CF-4074-A69E-B49127A46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504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E73A34-5E4E-45BC-BB8C-B0EC3287F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F7D6E76-C454-44B4-B4F8-A6C94C13FD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C82F13-5C5C-4257-A426-B790B1A73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AD52D-CE8B-497A-BE10-F3A4DDBA00C3}" type="datetimeFigureOut">
              <a:rPr lang="ko-KR" altLang="en-US" smtClean="0"/>
              <a:t>2021-09-06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2D3D8A-2EF1-4AEB-B9FC-93A3547C2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89A5E1-5B03-4D54-92B8-90316896F4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0D864-94CF-4074-A69E-B49127A46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9811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7F7683-816F-456F-9302-B81C7BC673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4469F8D-1FBC-4495-BFAC-B582340F39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D9E623-CFE5-45A2-8BAF-FF8275BD2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7AD52D-CE8B-497A-BE10-F3A4DDBA00C3}" type="datetimeFigureOut">
              <a:rPr lang="ko-KR" altLang="en-US" smtClean="0"/>
              <a:t>2021-09-06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4A5CA1-DFAF-4B5C-BF47-91E7C2DDD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DF0F477-B308-4921-B826-BC37F20E6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B0D864-94CF-4074-A69E-B49127A46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1861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FAF591A-C8CC-4A7B-B62A-69E80060B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D803E05-06A4-4F8E-A08E-7FA0D4F0A7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D6281F-479F-4CBE-B5A3-0C6EC0A6B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7AD52D-CE8B-497A-BE10-F3A4DDBA00C3}" type="datetimeFigureOut">
              <a:rPr lang="ko-KR" altLang="en-US" smtClean="0"/>
              <a:t>2021-09-06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E7B1E7-9BB6-4CB1-820A-46FE825E9AC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5DE9F35-9825-4122-88EF-EEB060C97E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B0D864-94CF-4074-A69E-B49127A46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6174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60BC260-2040-4316-834E-D9985376D6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320040"/>
            <a:ext cx="6692827" cy="3892669"/>
          </a:xfrm>
        </p:spPr>
        <p:txBody>
          <a:bodyPr>
            <a:normAutofit/>
          </a:bodyPr>
          <a:lstStyle/>
          <a:p>
            <a:pPr algn="l"/>
            <a:r>
              <a:rPr lang="ko-KR" altLang="en-US" sz="6600"/>
              <a:t>입문자를 위한 </a:t>
            </a:r>
            <a:r>
              <a:rPr lang="en-US" altLang="ko-KR" sz="6600"/>
              <a:t>Git Roadmap</a:t>
            </a:r>
            <a:endParaRPr lang="ko-KR" altLang="en-US" sz="660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4C2E2BD-16DC-4496-8D04-532AFDB0DE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631161"/>
            <a:ext cx="6692827" cy="1569486"/>
          </a:xfrm>
        </p:spPr>
        <p:txBody>
          <a:bodyPr>
            <a:normAutofit/>
          </a:bodyPr>
          <a:lstStyle/>
          <a:p>
            <a:pPr algn="l"/>
            <a:r>
              <a:rPr lang="en-US" altLang="ko-KR" dirty="0"/>
              <a:t>6</a:t>
            </a:r>
            <a:r>
              <a:rPr lang="ko-KR" altLang="en-US" dirty="0"/>
              <a:t>조 임상우 오지우 </a:t>
            </a:r>
            <a:r>
              <a:rPr lang="ko-KR" altLang="en-US" dirty="0" err="1"/>
              <a:t>백지홍</a:t>
            </a:r>
            <a:endParaRPr lang="ko-KR" altLang="en-US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563791 w 4243589"/>
              <a:gd name="connsiteY1" fmla="*/ 0 h 18288"/>
              <a:gd name="connsiteX2" fmla="*/ 1042710 w 4243589"/>
              <a:gd name="connsiteY2" fmla="*/ 0 h 18288"/>
              <a:gd name="connsiteX3" fmla="*/ 1564066 w 4243589"/>
              <a:gd name="connsiteY3" fmla="*/ 0 h 18288"/>
              <a:gd name="connsiteX4" fmla="*/ 2212729 w 4243589"/>
              <a:gd name="connsiteY4" fmla="*/ 0 h 18288"/>
              <a:gd name="connsiteX5" fmla="*/ 2776520 w 4243589"/>
              <a:gd name="connsiteY5" fmla="*/ 0 h 18288"/>
              <a:gd name="connsiteX6" fmla="*/ 3297875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637362 w 4243589"/>
              <a:gd name="connsiteY9" fmla="*/ 18288 h 18288"/>
              <a:gd name="connsiteX10" fmla="*/ 3116007 w 4243589"/>
              <a:gd name="connsiteY10" fmla="*/ 18288 h 18288"/>
              <a:gd name="connsiteX11" fmla="*/ 2424908 w 4243589"/>
              <a:gd name="connsiteY11" fmla="*/ 18288 h 18288"/>
              <a:gd name="connsiteX12" fmla="*/ 1861117 w 4243589"/>
              <a:gd name="connsiteY12" fmla="*/ 18288 h 18288"/>
              <a:gd name="connsiteX13" fmla="*/ 1382198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그래픽 4">
            <a:extLst>
              <a:ext uri="{FF2B5EF4-FFF2-40B4-BE49-F238E27FC236}">
                <a16:creationId xmlns:a16="http://schemas.microsoft.com/office/drawing/2014/main" id="{33C9E591-6C26-4344-BD70-08088DD94B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781544" y="1267079"/>
            <a:ext cx="4087368" cy="4087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084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8A4CBFA-D6B4-4515-A6EC-4EFEB3846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28A8FD-CFA7-4DFD-913A-3043526ECFF4}"/>
              </a:ext>
            </a:extLst>
          </p:cNvPr>
          <p:cNvSpPr txBox="1"/>
          <p:nvPr/>
        </p:nvSpPr>
        <p:spPr>
          <a:xfrm>
            <a:off x="1695450" y="1690688"/>
            <a:ext cx="883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아이디어</a:t>
            </a:r>
            <a:r>
              <a:rPr lang="en-US" altLang="ko-KR" dirty="0"/>
              <a:t>: Git</a:t>
            </a:r>
            <a:r>
              <a:rPr lang="ko-KR" altLang="en-US" dirty="0"/>
              <a:t> </a:t>
            </a:r>
            <a:r>
              <a:rPr lang="en-US" altLang="ko-KR" dirty="0"/>
              <a:t>roadmap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CA49E3-6F3E-48BF-B9F2-1BC19BFF37D4}"/>
              </a:ext>
            </a:extLst>
          </p:cNvPr>
          <p:cNvSpPr txBox="1"/>
          <p:nvPr/>
        </p:nvSpPr>
        <p:spPr>
          <a:xfrm>
            <a:off x="1695450" y="2452688"/>
            <a:ext cx="883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팀에서 정한 컨벤션</a:t>
            </a:r>
          </a:p>
        </p:txBody>
      </p:sp>
    </p:spTree>
    <p:extLst>
      <p:ext uri="{BB962C8B-B14F-4D97-AF65-F5344CB8AC3E}">
        <p14:creationId xmlns:p14="http://schemas.microsoft.com/office/powerpoint/2010/main" val="773417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</TotalTime>
  <Words>17</Words>
  <Application>Microsoft Office PowerPoint</Application>
  <PresentationFormat>와이드스크린</PresentationFormat>
  <Paragraphs>5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입문자를 위한 Git Roadmap</vt:lpstr>
      <vt:lpstr>Contents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입문자를 위한 Git Roadmap</dc:title>
  <dc:creator>Baek Hajun</dc:creator>
  <cp:lastModifiedBy>Baek Hajun</cp:lastModifiedBy>
  <cp:revision>2</cp:revision>
  <dcterms:created xsi:type="dcterms:W3CDTF">2021-09-05T06:56:46Z</dcterms:created>
  <dcterms:modified xsi:type="dcterms:W3CDTF">2021-09-06T05:32:58Z</dcterms:modified>
</cp:coreProperties>
</file>