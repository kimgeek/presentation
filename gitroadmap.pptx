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2F7CB-6207-46A8-AE3E-2AC07EF69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8CAD7A-4924-4B13-A574-C50B4DD60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FD240-CFA8-498B-96EC-69AFFB2C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96C7E5-B0FC-47CF-8DB8-AA75C96E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F0950-7F89-4D37-8941-C48CD196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95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D0860-CABC-4A36-888F-F9E44284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F6308-358C-45EF-A26A-4875245D1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726BC-1E7B-4A10-A5B3-17E3EBB17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035BB3-910F-41EA-8043-B08E9F040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2FDD0F-6087-4F34-AA0D-9A199F53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52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FFDFB-AA2A-4211-B570-8EC4C8A7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C39E99-1F11-482A-8965-CF07F267B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208F7D-ADC6-4959-9882-4A074AA2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70E202-ABC1-4A03-84B0-9DF452C9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280EA-4723-4292-8EF8-25EAF55A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5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48022-3DDF-4F55-AC88-5C439B41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EA944F-9814-4A51-876C-492951854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D8EF57-7ECD-4B7C-9113-7131A176F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F7C058-0FA1-47B3-B0B6-CA0CD22C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172252-D95A-4369-9FE6-94C9F140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B3D704-06AF-473F-A7E9-A9494B4F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04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109D8-AA88-4055-9D2B-D1BB79801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12E52A-1C86-4321-AE2D-6B55C6B26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1EA845-2056-4ABF-93BB-9B4F8A364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313DE6-9E91-4295-82D7-AE9485A2A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FB3DE5-D9F3-4DE9-8FE6-2E6890398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F389F9-B6CE-433A-8256-4F956DDF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AB259-6D93-4807-9648-63D2ED9C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466D0E-E97C-44FC-B688-C5D60863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6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3524B-735F-43CA-A2FD-BA88C41C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E3F1ED-D9C7-44C4-8A88-060A22A8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355B68-172E-4A70-966F-7AD1E647F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2D25CF-4611-46EA-8D33-33A5F8E4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51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FED735-AFC0-4785-A2F8-7B3EB22A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FC1AC4-6FE6-4F9B-8D4E-6DC8B93A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DEB161-D0BA-4575-9178-87F43E64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67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71549-4B0C-4AC4-9CA7-03D800671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7D486F-E8AB-4A94-BF41-19035243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88EF67-1228-4691-A3E5-C577655BC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E9F411-D3A3-4FCE-B330-8AB22713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AED6B8-51AF-4121-9922-3CA30955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A3285-89B6-4E2E-A1B5-31436D5D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69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4574F-B115-4CA6-81C1-7394DD28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03891F-04AE-40FB-ABBE-661E96C96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B13691-CC40-4CE6-BD37-23129EAE1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8752D6-61AC-4677-AFA6-2924F012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29B535-D240-40EA-BD71-D1A1E7A9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522728-6B0F-4F19-BFFF-CF9C207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50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73A34-5E4E-45BC-BB8C-B0EC3287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7D6E76-C454-44B4-B4F8-A6C94C13F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82F13-5C5C-4257-A426-B790B1A73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D3D8A-2EF1-4AEB-B9FC-93A3547C2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89A5E1-5B03-4D54-92B8-90316896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81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7F7683-816F-456F-9302-B81C7BC67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469F8D-1FBC-4495-BFAC-B582340F3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9E623-CFE5-45A2-8BAF-FF8275BD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4A5CA1-DFAF-4B5C-BF47-91E7C2DD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F0F477-B308-4921-B826-BC37F20E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86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AF591A-C8CC-4A7B-B62A-69E80060B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803E05-06A4-4F8E-A08E-7FA0D4F0A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D6281F-479F-4CBE-B5A3-0C6EC0A6B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AD52D-CE8B-497A-BE10-F3A4DDBA00C3}" type="datetimeFigureOut">
              <a:rPr lang="ko-KR" altLang="en-US" smtClean="0"/>
              <a:t>2021-09-06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E7B1E7-9BB6-4CB1-820A-46FE825E9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DE9F35-9825-4122-88EF-EEB060C97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17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4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0BC260-2040-4316-834E-D9985376D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ko-KR" altLang="en-US" sz="6600"/>
              <a:t>입문자를 위한 </a:t>
            </a:r>
            <a:r>
              <a:rPr lang="en-US" altLang="ko-KR" sz="6600"/>
              <a:t>Git Roadmap</a:t>
            </a:r>
            <a:endParaRPr lang="ko-KR" altLang="en-US" sz="66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C2E2BD-16DC-4496-8D04-532AFDB0D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6</a:t>
            </a:r>
            <a:r>
              <a:rPr lang="ko-KR" altLang="en-US" dirty="0"/>
              <a:t>조 임상우 오지우 </a:t>
            </a:r>
            <a:r>
              <a:rPr lang="ko-KR" altLang="en-US" dirty="0" err="1"/>
              <a:t>백지홍</a:t>
            </a:r>
            <a:endParaRPr lang="ko-KR" alt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33C9E591-6C26-4344-BD70-08088DD94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1544" y="1267079"/>
            <a:ext cx="4087368" cy="40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84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F51C5B-A44C-4AA7-ABD8-1D26ADD8AAD3}"/>
              </a:ext>
            </a:extLst>
          </p:cNvPr>
          <p:cNvSpPr/>
          <p:nvPr/>
        </p:nvSpPr>
        <p:spPr>
          <a:xfrm>
            <a:off x="626165" y="408841"/>
            <a:ext cx="11221278" cy="6280194"/>
          </a:xfrm>
          <a:prstGeom prst="roundRect">
            <a:avLst>
              <a:gd name="adj" fmla="val 471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C0B92B87-B9F8-48A2-89FD-FC5A3FB3A5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44000"/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2083" y="2644775"/>
            <a:ext cx="3848100" cy="3848100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F8A4CBFA-D6B4-4515-A6EC-4EFEB384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28A8FD-CFA7-4DFD-913A-3043526ECFF4}"/>
              </a:ext>
            </a:extLst>
          </p:cNvPr>
          <p:cNvSpPr txBox="1"/>
          <p:nvPr/>
        </p:nvSpPr>
        <p:spPr>
          <a:xfrm>
            <a:off x="1318372" y="1924844"/>
            <a:ext cx="34233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아이디어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2"/>
                </a:solidFill>
              </a:rPr>
              <a:t>Git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accent2"/>
                </a:solidFill>
              </a:rPr>
              <a:t>roadmap</a:t>
            </a:r>
          </a:p>
          <a:p>
            <a:endParaRPr lang="en-US" altLang="ko-KR" dirty="0"/>
          </a:p>
          <a:p>
            <a:r>
              <a:rPr lang="ko-KR" altLang="en-US" dirty="0"/>
              <a:t>사용한 </a:t>
            </a:r>
            <a:r>
              <a:rPr lang="en-US" altLang="ko-KR" dirty="0"/>
              <a:t>Convention</a:t>
            </a:r>
          </a:p>
          <a:p>
            <a:endParaRPr lang="en-US" altLang="ko-KR" dirty="0"/>
          </a:p>
          <a:p>
            <a:r>
              <a:rPr lang="ko-KR" altLang="en-US" dirty="0"/>
              <a:t>작업 방법 및 툴 소개</a:t>
            </a:r>
          </a:p>
          <a:p>
            <a:endParaRPr lang="ko-KR" altLang="en-US" dirty="0"/>
          </a:p>
          <a:p>
            <a:r>
              <a:rPr lang="en-US" altLang="ko-KR" dirty="0">
                <a:solidFill>
                  <a:schemeClr val="accent2"/>
                </a:solidFill>
              </a:rPr>
              <a:t>Git roadmap </a:t>
            </a:r>
            <a:r>
              <a:rPr lang="ko-KR" altLang="en-US" dirty="0"/>
              <a:t>특징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내용</a:t>
            </a:r>
            <a:r>
              <a:rPr lang="en-US" altLang="ko-KR" dirty="0"/>
              <a:t> </a:t>
            </a:r>
            <a:r>
              <a:rPr lang="ko-KR" altLang="en-US" dirty="0"/>
              <a:t>설명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앞으로의 프로젝트 방향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각자 배운 점</a:t>
            </a:r>
            <a:r>
              <a:rPr lang="en-US" altLang="ko-KR" dirty="0"/>
              <a:t>, </a:t>
            </a:r>
            <a:r>
              <a:rPr lang="ko-KR" altLang="en-US" dirty="0"/>
              <a:t>아쉬운 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EAC83-B881-4177-BC7B-E77808B6D8BB}"/>
              </a:ext>
            </a:extLst>
          </p:cNvPr>
          <p:cNvSpPr txBox="1"/>
          <p:nvPr/>
        </p:nvSpPr>
        <p:spPr>
          <a:xfrm>
            <a:off x="6096000" y="1093847"/>
            <a:ext cx="46214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Convention </a:t>
            </a:r>
            <a:r>
              <a:rPr lang="ko-KR" altLang="en-US" dirty="0"/>
              <a:t>소개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Convention</a:t>
            </a:r>
            <a:r>
              <a:rPr lang="ko-KR" altLang="en-US" dirty="0"/>
              <a:t>을 사용한 이유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Git , </a:t>
            </a:r>
            <a:r>
              <a:rPr lang="en-US" altLang="ko-KR" dirty="0" err="1"/>
              <a:t>Sourcetree</a:t>
            </a:r>
            <a:r>
              <a:rPr lang="en-US" altLang="ko-KR" dirty="0"/>
              <a:t>, </a:t>
            </a:r>
            <a:r>
              <a:rPr lang="en-US" altLang="ko-KR" dirty="0" err="1"/>
              <a:t>github</a:t>
            </a:r>
            <a:r>
              <a:rPr lang="en-US" altLang="ko-KR" dirty="0"/>
              <a:t>, Vim, </a:t>
            </a:r>
            <a:r>
              <a:rPr lang="en-US" altLang="ko-KR" dirty="0" err="1"/>
              <a:t>Vscode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논의 방식 </a:t>
            </a:r>
            <a:r>
              <a:rPr lang="en-US" altLang="ko-KR" dirty="0"/>
              <a:t>: Zoom, </a:t>
            </a:r>
            <a:r>
              <a:rPr lang="en-US" altLang="ko-KR" dirty="0" err="1"/>
              <a:t>Kakaotalk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사용한 오픈소스 </a:t>
            </a:r>
            <a:r>
              <a:rPr lang="en-US" altLang="ko-KR" dirty="0"/>
              <a:t>Web</a:t>
            </a:r>
            <a:r>
              <a:rPr lang="ko-KR" altLang="en-US" dirty="0"/>
              <a:t> </a:t>
            </a:r>
            <a:r>
              <a:rPr lang="en-US" altLang="ko-KR" dirty="0"/>
              <a:t>skills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편집한 부분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Foundation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Git command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Branches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SNS</a:t>
            </a:r>
            <a:r>
              <a:rPr lang="ko-KR" altLang="en-US" dirty="0"/>
              <a:t>를 이용한 제 </a:t>
            </a:r>
            <a:r>
              <a:rPr lang="en-US" altLang="ko-KR" dirty="0"/>
              <a:t>3</a:t>
            </a:r>
            <a:r>
              <a:rPr lang="ko-KR" altLang="en-US" dirty="0"/>
              <a:t>자 기여 홍보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더 추가하고 싶은 내용</a:t>
            </a:r>
            <a:endParaRPr lang="en-US" altLang="ko-KR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2D8CC1B-1A11-4470-B43F-A3DA7BF1254F}"/>
              </a:ext>
            </a:extLst>
          </p:cNvPr>
          <p:cNvCxnSpPr>
            <a:cxnSpLocks/>
          </p:cNvCxnSpPr>
          <p:nvPr/>
        </p:nvCxnSpPr>
        <p:spPr>
          <a:xfrm flipV="1">
            <a:off x="3590925" y="1690690"/>
            <a:ext cx="2505075" cy="919160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39BB6F4-2B35-45F4-9EBB-3585CEC226F5}"/>
              </a:ext>
            </a:extLst>
          </p:cNvPr>
          <p:cNvCxnSpPr>
            <a:cxnSpLocks/>
          </p:cNvCxnSpPr>
          <p:nvPr/>
        </p:nvCxnSpPr>
        <p:spPr>
          <a:xfrm flipV="1">
            <a:off x="3676650" y="2800351"/>
            <a:ext cx="2419350" cy="380999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E89D54C-53D0-47B2-8D1E-F3D28A04FBF5}"/>
              </a:ext>
            </a:extLst>
          </p:cNvPr>
          <p:cNvCxnSpPr>
            <a:cxnSpLocks/>
          </p:cNvCxnSpPr>
          <p:nvPr/>
        </p:nvCxnSpPr>
        <p:spPr>
          <a:xfrm>
            <a:off x="3390900" y="3781425"/>
            <a:ext cx="2705100" cy="67469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879482A-FF93-4F28-A80D-55DD154AD698}"/>
              </a:ext>
            </a:extLst>
          </p:cNvPr>
          <p:cNvCxnSpPr>
            <a:cxnSpLocks/>
          </p:cNvCxnSpPr>
          <p:nvPr/>
        </p:nvCxnSpPr>
        <p:spPr>
          <a:xfrm>
            <a:off x="3676650" y="4267200"/>
            <a:ext cx="2419350" cy="900111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F3C469B-BEAD-4CFD-9276-3F5BAA553293}"/>
              </a:ext>
            </a:extLst>
          </p:cNvPr>
          <p:cNvCxnSpPr>
            <a:cxnSpLocks/>
          </p:cNvCxnSpPr>
          <p:nvPr/>
        </p:nvCxnSpPr>
        <p:spPr>
          <a:xfrm>
            <a:off x="3981450" y="4914900"/>
            <a:ext cx="2114550" cy="1152525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1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ECBBC-3FEC-49DA-8671-6D9A3E7BC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roadmap</a:t>
            </a:r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4FB8635D-5D3D-4349-80CC-DEFD07A42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585563"/>
            <a:ext cx="2937174" cy="29371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C87AA26-51FB-426F-9698-E9CFBCC975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748" y="2010196"/>
            <a:ext cx="8776252" cy="407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95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F44A3D4-08D3-45B5-A539-65DF16B50193}"/>
              </a:ext>
            </a:extLst>
          </p:cNvPr>
          <p:cNvSpPr/>
          <p:nvPr/>
        </p:nvSpPr>
        <p:spPr>
          <a:xfrm>
            <a:off x="3576918" y="89647"/>
            <a:ext cx="8364070" cy="47871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92B83-1ADE-454A-891D-80170A3E8D69}"/>
              </a:ext>
            </a:extLst>
          </p:cNvPr>
          <p:cNvSpPr txBox="1"/>
          <p:nvPr/>
        </p:nvSpPr>
        <p:spPr>
          <a:xfrm>
            <a:off x="301848" y="5143487"/>
            <a:ext cx="688713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Britannic Bold" panose="020B0903060703020204" pitchFamily="34" charset="0"/>
              </a:rPr>
              <a:t>프로젝트를 개발하게 된 이유</a:t>
            </a:r>
            <a:r>
              <a:rPr lang="en-US" altLang="ko-KR" dirty="0">
                <a:latin typeface="Britannic Bold" panose="020B0903060703020204" pitchFamily="34" charset="0"/>
              </a:rPr>
              <a:t>?</a:t>
            </a:r>
            <a:r>
              <a:rPr lang="ko-KR" altLang="en-US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 </a:t>
            </a:r>
            <a:endParaRPr lang="en-US" altLang="ko-KR" sz="1400" dirty="0">
              <a:solidFill>
                <a:schemeClr val="accent2"/>
              </a:solidFill>
              <a:latin typeface="Britannic Bold" panose="020B0903060703020204" pitchFamily="34" charset="0"/>
            </a:endParaRPr>
          </a:p>
          <a:p>
            <a:r>
              <a:rPr lang="ko-KR" altLang="en-US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이전부터 깃을 다루는 것에 관심이 있었고</a:t>
            </a:r>
            <a:r>
              <a:rPr lang="en-US" altLang="ko-KR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, </a:t>
            </a:r>
            <a:r>
              <a:rPr lang="ko-KR" altLang="en-US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버전 관리 기술의 원리를 알고 싶었습니다</a:t>
            </a:r>
            <a:r>
              <a:rPr lang="en-US" altLang="ko-KR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.</a:t>
            </a:r>
          </a:p>
          <a:p>
            <a:r>
              <a:rPr lang="ko-KR" altLang="en-US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하지만 입문자는 뭘 찾아야 하는지</a:t>
            </a:r>
            <a:r>
              <a:rPr lang="en-US" altLang="ko-KR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, </a:t>
            </a:r>
            <a:r>
              <a:rPr lang="ko-KR" altLang="en-US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좋은 자료가 무엇인지 모르는 경우가 많습니다</a:t>
            </a:r>
            <a:r>
              <a:rPr lang="en-US" altLang="ko-KR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. </a:t>
            </a:r>
            <a:r>
              <a:rPr lang="ko-KR" altLang="en-US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그래서 좋은 자료를 모아 놓고 정리해 놓은 사이트가 있다면 좋겠다고 상상했습니다</a:t>
            </a:r>
            <a:r>
              <a:rPr lang="en-US" altLang="ko-KR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. </a:t>
            </a:r>
            <a:r>
              <a:rPr lang="ko-KR" altLang="en-US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강사님과</a:t>
            </a:r>
            <a:r>
              <a:rPr lang="en-US" altLang="ko-KR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 </a:t>
            </a:r>
            <a:r>
              <a:rPr lang="ko-KR" altLang="en-US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팀원들도 아이디어에 공감하여 이 프로젝트를 제작하게 되었습니다</a:t>
            </a:r>
            <a:r>
              <a:rPr lang="en-US" altLang="ko-KR" sz="1400" dirty="0">
                <a:solidFill>
                  <a:schemeClr val="accent2"/>
                </a:solidFill>
                <a:latin typeface="Britannic Bold" panose="020B0903060703020204" pitchFamily="34" charset="0"/>
              </a:rPr>
              <a:t>.</a:t>
            </a:r>
            <a:endParaRPr lang="ko-KR" altLang="en-US" sz="1400" dirty="0">
              <a:solidFill>
                <a:schemeClr val="accent2"/>
              </a:solidFill>
              <a:latin typeface="Britannic Bold" panose="020B0903060703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3B57282-D8C2-4CC8-A6FF-458B2AFF6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446" y="1674"/>
            <a:ext cx="9416553" cy="5294226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1AB57BB9-B27A-4293-A7FE-CBE37E3DF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96299" y="3342638"/>
            <a:ext cx="695324" cy="695324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6E0318CA-CA43-468E-9AB2-F3909A0741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7975" y="2781300"/>
            <a:ext cx="695325" cy="695325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162F667D-8BDC-4A51-AA20-044322F58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96299" y="2123437"/>
            <a:ext cx="695324" cy="696602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32FDEF3D-6420-41C0-B0E3-E8BD577FB6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41659" y="2190750"/>
            <a:ext cx="561975" cy="561975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52400A7B-83CC-4D5F-AF9A-99C548B798F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89209" y="1123950"/>
            <a:ext cx="685800" cy="685800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FDA95303-01D4-4428-B9D9-3E46D83B04A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1283" y="1670460"/>
            <a:ext cx="6477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5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CC3A5-0517-4FDD-8F49-085DB56C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사용한 </a:t>
            </a:r>
            <a:r>
              <a:rPr lang="en-US" altLang="ko-KR" dirty="0"/>
              <a:t>Convention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912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137</Words>
  <Application>Microsoft Office PowerPoint</Application>
  <PresentationFormat>와이드스크린</PresentationFormat>
  <Paragraphs>40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Britannic Bold</vt:lpstr>
      <vt:lpstr>Office 테마</vt:lpstr>
      <vt:lpstr>입문자를 위한 Git Roadmap</vt:lpstr>
      <vt:lpstr>Contents</vt:lpstr>
      <vt:lpstr>Git roadmap</vt:lpstr>
      <vt:lpstr>PowerPoint 프레젠테이션</vt:lpstr>
      <vt:lpstr>사용한 Convention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입문자를 위한 Git Roadmap</dc:title>
  <dc:creator>Baek Hajun</dc:creator>
  <cp:lastModifiedBy>Baek Hajun</cp:lastModifiedBy>
  <cp:revision>4</cp:revision>
  <dcterms:created xsi:type="dcterms:W3CDTF">2021-09-05T06:56:46Z</dcterms:created>
  <dcterms:modified xsi:type="dcterms:W3CDTF">2021-09-06T08:33:13Z</dcterms:modified>
</cp:coreProperties>
</file>