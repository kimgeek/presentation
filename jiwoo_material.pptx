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4" r:id="rId3"/>
    <p:sldId id="263" r:id="rId4"/>
    <p:sldId id="261" r:id="rId5"/>
    <p:sldId id="266" r:id="rId6"/>
    <p:sldId id="260" r:id="rId7"/>
    <p:sldId id="265" r:id="rId8"/>
    <p:sldId id="262" r:id="rId9"/>
    <p:sldId id="257" r:id="rId10"/>
    <p:sldId id="25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202AC-4B79-4FDF-AFD2-6CB6E1DD0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6B86CA-609F-4FE8-94DF-63D108FDE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C69171-CAE7-484A-B9F5-8F4F2FA49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040A-8A16-44DA-8794-DAD3D953DF5E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E0D770-7470-4A87-9C2C-2B74B8F69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434836-91BE-4259-8D5A-20CB0B54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713A9-5D14-42AB-B1BE-543DBCE36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69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23884-2880-4408-8061-CBB20A93D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08E14D-329A-4CF2-8A16-978AF4A65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C65EB3-FCB9-4BAA-B04D-C222AE35D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040A-8A16-44DA-8794-DAD3D953DF5E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5A4A35-B06D-46F6-AE64-6EF16D9C0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3B4D15-0F95-4214-83ED-CFA80B79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713A9-5D14-42AB-B1BE-543DBCE36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413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88B06-6007-4A68-AB4E-EAF1C785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60F828-908E-44B1-94C2-71E5ED644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3B6E44-07B9-40FD-B279-234CAACC2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040A-8A16-44DA-8794-DAD3D953DF5E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B5A606-2B9E-400A-B8B4-6DD5AABC2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6CE967-C468-4E26-9E0B-A6B7E53DD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713A9-5D14-42AB-B1BE-543DBCE36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95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5423E-C257-491F-BD63-6A7B2D20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2AA0BD-A906-456C-BAD4-A40D5458A1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49DBB4-5739-45EF-94CB-E2F79D7A0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D27117-12DC-4D52-A036-C7D64898C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040A-8A16-44DA-8794-DAD3D953DF5E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E6393F-0532-4145-9240-7D54248F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5B58B4-CF4F-41E3-BD5F-FEDF6F313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713A9-5D14-42AB-B1BE-543DBCE36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04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F5132F-5EEE-468C-B20C-B9FDD51C4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F6B3E2-3224-486B-8B02-BAABC1ED8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0EE646-4F15-4049-B6EA-7BA089DE4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D71604-3BFA-47F3-85FF-2B6886F14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8D0802-567C-4C56-9ED1-A6C48B8FDF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00A488-DF3F-45F5-A01C-1AF397FEF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040A-8A16-44DA-8794-DAD3D953DF5E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68268A6-F4C5-44AE-9FCD-191AFC95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E146B64-1F05-424C-8CF9-F96EBD36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713A9-5D14-42AB-B1BE-543DBCE36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950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81E43-82EF-45FE-9B52-4AB7A7BB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9721B9B-1FC8-472C-AE65-599CBEAA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040A-8A16-44DA-8794-DAD3D953DF5E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9236A8-B2BA-4A87-8149-D73B77919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CD2523-F9E4-4126-9B98-A93DED71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713A9-5D14-42AB-B1BE-543DBCE36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11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B0969B-448D-43FD-AA7A-682241AA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040A-8A16-44DA-8794-DAD3D953DF5E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33E0D5-78D6-4071-B8A1-7C6B107C3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0299DC-00D8-44E3-997F-77DBA34C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713A9-5D14-42AB-B1BE-543DBCE36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553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22BC2-35D3-4FE2-9C05-E2EC92370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8C82AF-1070-4C4C-8CFF-C369B5DB5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5348BF-E456-4E59-9F75-171195446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920645-8C8E-4207-AFB2-215E9375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040A-8A16-44DA-8794-DAD3D953DF5E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F7080F-1EF2-4615-BC73-EE99B6A4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B2F865-D1B8-44A4-BBAD-E95C0AE3A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713A9-5D14-42AB-B1BE-543DBCE36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87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00A4C-C534-44CB-8831-08EF9E1E0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BE590DC-A793-4935-853C-CBC694D82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6F8010-487B-41D6-82C2-85BB6E762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809162-22B6-48CC-918C-04EBF43E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040A-8A16-44DA-8794-DAD3D953DF5E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3F9956-82DA-4AB3-9407-4808AA680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7EE0D4-C08B-4A33-9D13-E449D371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713A9-5D14-42AB-B1BE-543DBCE36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26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E932B-2136-4E3D-940E-B04BAEA0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56ADD4-FA7E-4210-B577-DE796EBE4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3CDA3B-0462-423D-B11A-99E262505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040A-8A16-44DA-8794-DAD3D953DF5E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A2E40C-C460-4757-9F13-E284D0C10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324286-4307-449A-975B-1AFE894DD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713A9-5D14-42AB-B1BE-543DBCE36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39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0337B8-3949-4CEA-BD26-068A9456A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4B2BA3-0310-4F8B-84DB-9C79B4C50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91527F-9568-44F9-B5E6-DCCF35B43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040A-8A16-44DA-8794-DAD3D953DF5E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338946-E5FB-4E99-9F9E-8C477EF5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54F914-2728-43D8-8D7B-9CB5F1EF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713A9-5D14-42AB-B1BE-543DBCE36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11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FDA50F-17B9-47E7-BE2F-F8C4BB16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6F3EE-EAFE-4E03-8C7B-9C0FFB13B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597238-0387-4298-AE59-EF5520AA2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D040A-8A16-44DA-8794-DAD3D953DF5E}" type="datetimeFigureOut">
              <a:rPr lang="ko-KR" altLang="en-US" smtClean="0"/>
              <a:t>2021-09-05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FC1F73-6F3A-4D44-AE56-4F437E5151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CEE61E-2BE2-4890-822D-BFB87B71C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713A9-5D14-42AB-B1BE-543DBCE361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446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A1339F-E948-43D5-B233-704778408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Convention </a:t>
            </a:r>
            <a:r>
              <a:rPr lang="ko-KR" alt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문서화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EEB03D-F11B-4453-9915-36DD6F9D8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928" y="1317797"/>
            <a:ext cx="4388225" cy="4206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Commit message convention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6D1A462-CACF-4FFE-BA57-CCFDCF7EC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69" y="5787706"/>
            <a:ext cx="3410426" cy="69542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E90975E-764E-456E-97F8-6FA2065D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43" y="4336070"/>
            <a:ext cx="3772426" cy="69542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40B86DB-CFC0-4773-A541-51121F9202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4523"/>
          <a:stretch/>
        </p:blipFill>
        <p:spPr>
          <a:xfrm>
            <a:off x="215869" y="1877118"/>
            <a:ext cx="4657725" cy="67636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7447550-0270-4006-BDA2-7DB90D68A0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343" y="3473502"/>
            <a:ext cx="4324954" cy="72400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051090B-4E7F-4B08-AB48-03E7C95D50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869" y="2708210"/>
            <a:ext cx="3603656" cy="676289"/>
          </a:xfrm>
          <a:prstGeom prst="rect">
            <a:avLst/>
          </a:prstGeom>
        </p:spPr>
      </p:pic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4D1237E3-1A1D-4838-8FF8-F6AD5C21573A}"/>
              </a:ext>
            </a:extLst>
          </p:cNvPr>
          <p:cNvSpPr txBox="1">
            <a:spLocks/>
          </p:cNvSpPr>
          <p:nvPr/>
        </p:nvSpPr>
        <p:spPr>
          <a:xfrm>
            <a:off x="4908807" y="1730282"/>
            <a:ext cx="6689311" cy="11233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sz="1600" dirty="0"/>
              <a:t>Feat: Udacity </a:t>
            </a:r>
            <a:r>
              <a:rPr lang="ko-KR" altLang="en-US" sz="1600" dirty="0"/>
              <a:t>에서는 새로운 기능 추가하는 것만 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우리의 프로젝트 특성을 고려하여 웹페이지에 나오게 될 내용을 수정하는 것까지 포함하였다</a:t>
            </a:r>
            <a:r>
              <a:rPr lang="en-US" altLang="ko-KR" sz="1600" dirty="0"/>
              <a:t>. </a:t>
            </a:r>
            <a:r>
              <a:rPr lang="ko-KR" altLang="en-US" sz="1600" dirty="0"/>
              <a:t>우리 프로젝트는 새로운 기능이 추가되는 것이 거의 없고 내용을 변경하는 것이 주를 이루기 때문이다</a:t>
            </a:r>
            <a:r>
              <a:rPr lang="en-US" altLang="ko-KR" sz="1600" dirty="0"/>
              <a:t>. </a:t>
            </a:r>
            <a:r>
              <a:rPr lang="ko-KR" altLang="en-US" sz="1600" dirty="0"/>
              <a:t>이 부분에 대해 강조해주시면 좋을 것 같아요</a:t>
            </a:r>
            <a:r>
              <a:rPr lang="en-US" altLang="ko-KR" sz="1600" dirty="0"/>
              <a:t>.</a:t>
            </a:r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CAFA0DD5-084D-4E20-ACC4-BE1A380E9575}"/>
              </a:ext>
            </a:extLst>
          </p:cNvPr>
          <p:cNvSpPr txBox="1">
            <a:spLocks/>
          </p:cNvSpPr>
          <p:nvPr/>
        </p:nvSpPr>
        <p:spPr>
          <a:xfrm>
            <a:off x="4873594" y="2894879"/>
            <a:ext cx="6689311" cy="3119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sz="1600" dirty="0"/>
              <a:t>Fix: </a:t>
            </a:r>
            <a:r>
              <a:rPr lang="ko-KR" altLang="en-US" sz="1600" dirty="0"/>
              <a:t>버그를 고칠 때 사용하는 것 </a:t>
            </a:r>
            <a:endParaRPr lang="en-US" altLang="ko-KR" sz="1600" dirty="0"/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9972B715-F170-4B1E-83FE-5B79778AB0D1}"/>
              </a:ext>
            </a:extLst>
          </p:cNvPr>
          <p:cNvSpPr txBox="1">
            <a:spLocks/>
          </p:cNvSpPr>
          <p:nvPr/>
        </p:nvSpPr>
        <p:spPr>
          <a:xfrm>
            <a:off x="4908807" y="3310698"/>
            <a:ext cx="6689311" cy="1123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sz="1600" dirty="0"/>
              <a:t>docs: </a:t>
            </a:r>
            <a:r>
              <a:rPr lang="ko-KR" altLang="en-US" sz="1600" dirty="0"/>
              <a:t>문서화를 진행하였던</a:t>
            </a:r>
            <a:r>
              <a:rPr lang="en-US" altLang="ko-KR" sz="1600" dirty="0"/>
              <a:t>, commit message convention, issue naming convention, branch naming convention, contributing, readme</a:t>
            </a:r>
            <a:r>
              <a:rPr lang="ko-KR" altLang="en-US" sz="1600" dirty="0"/>
              <a:t>를 생성하거나 수정할 때 사용하는 타입 </a:t>
            </a:r>
            <a:endParaRPr lang="en-US" altLang="ko-KR" sz="1600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EA12B1F7-B18A-4D66-97BE-9D535D2DF5E6}"/>
              </a:ext>
            </a:extLst>
          </p:cNvPr>
          <p:cNvSpPr txBox="1">
            <a:spLocks/>
          </p:cNvSpPr>
          <p:nvPr/>
        </p:nvSpPr>
        <p:spPr>
          <a:xfrm>
            <a:off x="4859051" y="4274281"/>
            <a:ext cx="6689311" cy="71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sz="1600" dirty="0"/>
              <a:t>Style: </a:t>
            </a:r>
            <a:r>
              <a:rPr lang="ko-KR" altLang="en-US" sz="1600" dirty="0"/>
              <a:t>별로 사용되지 않아 딱 한번 사용되었는데</a:t>
            </a:r>
            <a:r>
              <a:rPr lang="en-US" altLang="ko-KR" sz="1600" dirty="0"/>
              <a:t>, </a:t>
            </a:r>
            <a:r>
              <a:rPr lang="ko-KR" altLang="en-US" sz="1600" dirty="0"/>
              <a:t>코드의 형태를 </a:t>
            </a:r>
            <a:r>
              <a:rPr lang="ko-KR" altLang="en-US" sz="1600" dirty="0" err="1"/>
              <a:t>바꾼다던가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새미콜론을</a:t>
            </a:r>
            <a:r>
              <a:rPr lang="ko-KR" altLang="en-US" sz="1600" dirty="0"/>
              <a:t> 추가하는 등의 코드 수정을 할 때 사용</a:t>
            </a:r>
            <a:endParaRPr lang="en-US" altLang="ko-KR" sz="1600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EECDA046-72A9-44FC-BD0F-E39155F3E9CD}"/>
              </a:ext>
            </a:extLst>
          </p:cNvPr>
          <p:cNvSpPr txBox="1">
            <a:spLocks/>
          </p:cNvSpPr>
          <p:nvPr/>
        </p:nvSpPr>
        <p:spPr>
          <a:xfrm>
            <a:off x="4787153" y="5031492"/>
            <a:ext cx="6689311" cy="563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sz="1600" dirty="0"/>
              <a:t>Refactor: </a:t>
            </a:r>
            <a:r>
              <a:rPr lang="ko-KR" altLang="en-US" sz="1600" dirty="0"/>
              <a:t>기능</a:t>
            </a:r>
            <a:r>
              <a:rPr lang="en-US" altLang="ko-KR" sz="1600" dirty="0"/>
              <a:t>/</a:t>
            </a:r>
            <a:r>
              <a:rPr lang="ko-KR" altLang="en-US" sz="1600" dirty="0"/>
              <a:t>내용 추가 없이 코드를 수정하는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아이콘 추가나 링크 추가</a:t>
            </a:r>
            <a:r>
              <a:rPr lang="en-US" altLang="ko-KR" sz="1600" dirty="0"/>
              <a:t>, </a:t>
            </a:r>
            <a:r>
              <a:rPr lang="ko-KR" altLang="en-US" sz="1600" dirty="0"/>
              <a:t>오타 수정 등이 해당되었다</a:t>
            </a:r>
            <a:r>
              <a:rPr lang="en-US" altLang="ko-KR" sz="1600" dirty="0"/>
              <a:t>.</a:t>
            </a:r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DB9E892C-4D48-49D1-8A54-3145DD39A57E}"/>
              </a:ext>
            </a:extLst>
          </p:cNvPr>
          <p:cNvSpPr txBox="1">
            <a:spLocks/>
          </p:cNvSpPr>
          <p:nvPr/>
        </p:nvSpPr>
        <p:spPr>
          <a:xfrm>
            <a:off x="4787153" y="5858867"/>
            <a:ext cx="6689311" cy="695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sz="1600" dirty="0"/>
              <a:t>Test: </a:t>
            </a:r>
            <a:r>
              <a:rPr lang="ko-KR" altLang="en-US" sz="1600" dirty="0"/>
              <a:t>코드를 테스트할 때 사용되었다</a:t>
            </a:r>
            <a:r>
              <a:rPr lang="en-US" altLang="ko-KR" sz="1600" dirty="0"/>
              <a:t>. </a:t>
            </a:r>
            <a:r>
              <a:rPr lang="ko-KR" altLang="en-US" sz="1600" dirty="0"/>
              <a:t>마크다운 문법이 잘 적용되는지</a:t>
            </a:r>
            <a:r>
              <a:rPr lang="en-US" altLang="ko-KR" sz="1600" dirty="0"/>
              <a:t>, </a:t>
            </a:r>
            <a:r>
              <a:rPr lang="ko-KR" altLang="en-US" sz="1600" dirty="0"/>
              <a:t>웹페이지가 잘 적용되었는지를 체크해본다</a:t>
            </a:r>
            <a:r>
              <a:rPr lang="en-US" altLang="ko-KR" sz="1600" dirty="0"/>
              <a:t>.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7F797EC-2235-4C67-B24B-A5B4603643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343" y="5067493"/>
            <a:ext cx="3839111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20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A21398-16AD-460C-A353-DF04B7C79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423" y="1299522"/>
            <a:ext cx="11106153" cy="2749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Convention</a:t>
            </a:r>
            <a:r>
              <a:rPr lang="ko-KR" altLang="en-US" sz="1800" dirty="0"/>
              <a:t> 설명할 때 실제로 저희가 만든 것들을 사진으로 첨부하면 좋을 것 같습니다</a:t>
            </a:r>
            <a:r>
              <a:rPr lang="en-US" altLang="ko-KR" sz="1800" dirty="0"/>
              <a:t>! </a:t>
            </a:r>
            <a:r>
              <a:rPr lang="ko-KR" altLang="en-US" sz="1800" dirty="0"/>
              <a:t>그래서 각 </a:t>
            </a:r>
            <a:r>
              <a:rPr lang="en-US" altLang="ko-KR" sz="1800" dirty="0"/>
              <a:t>commit type </a:t>
            </a:r>
            <a:r>
              <a:rPr lang="ko-KR" altLang="en-US" sz="1800" dirty="0"/>
              <a:t>별로 제일 잘 해당되는 것 같은 </a:t>
            </a:r>
            <a:r>
              <a:rPr lang="en-US" altLang="ko-KR" sz="1800" dirty="0"/>
              <a:t>commit</a:t>
            </a:r>
            <a:r>
              <a:rPr lang="ko-KR" altLang="en-US" sz="1800" dirty="0"/>
              <a:t>들을 모아봤습니다</a:t>
            </a:r>
            <a:r>
              <a:rPr lang="en-US" altLang="ko-KR" sz="1800" dirty="0"/>
              <a:t>. </a:t>
            </a:r>
            <a:r>
              <a:rPr lang="ko-KR" altLang="en-US" sz="1800" dirty="0"/>
              <a:t>참고하여 </a:t>
            </a:r>
            <a:r>
              <a:rPr lang="en-US" altLang="ko-KR" sz="1800" dirty="0"/>
              <a:t>ppt </a:t>
            </a:r>
            <a:r>
              <a:rPr lang="ko-KR" altLang="en-US" sz="1800" dirty="0"/>
              <a:t>구성하시면 좋을 것 같습니다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r>
              <a:rPr lang="ko-KR" altLang="en-US" sz="1800" dirty="0"/>
              <a:t>주목할 점</a:t>
            </a:r>
            <a:r>
              <a:rPr lang="en-US" altLang="ko-KR" sz="1800" dirty="0"/>
              <a:t>:</a:t>
            </a:r>
          </a:p>
          <a:p>
            <a:pPr marL="0" indent="0">
              <a:buNone/>
            </a:pPr>
            <a:r>
              <a:rPr lang="ko-KR" altLang="en-US" sz="1800" dirty="0"/>
              <a:t>참고한 컨벤션인 </a:t>
            </a:r>
            <a:r>
              <a:rPr lang="en-US" altLang="ko-KR" sz="1800" dirty="0"/>
              <a:t>Udacity</a:t>
            </a:r>
            <a:r>
              <a:rPr lang="ko-KR" altLang="en-US" sz="1800" dirty="0"/>
              <a:t>와 </a:t>
            </a:r>
            <a:r>
              <a:rPr lang="ko-KR" altLang="en-US" sz="1800" dirty="0" err="1"/>
              <a:t>다른점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- Feat</a:t>
            </a:r>
            <a:r>
              <a:rPr lang="ko-KR" altLang="en-US" sz="1800" dirty="0"/>
              <a:t>에서 왜 새로운 </a:t>
            </a:r>
            <a:r>
              <a:rPr lang="ko-KR" altLang="en-US" sz="1800" dirty="0" err="1"/>
              <a:t>기능뿐</a:t>
            </a:r>
            <a:r>
              <a:rPr lang="ko-KR" altLang="en-US" sz="1800" dirty="0"/>
              <a:t> 아니라 내용 추가도 </a:t>
            </a:r>
            <a:r>
              <a:rPr lang="ko-KR" altLang="en-US" sz="1800" dirty="0" err="1"/>
              <a:t>설정해놓았는지</a:t>
            </a:r>
            <a:r>
              <a:rPr lang="en-US" altLang="ko-KR" sz="1800" dirty="0"/>
              <a:t>(</a:t>
            </a:r>
            <a:r>
              <a:rPr lang="ko-KR" altLang="en-US" sz="1800" dirty="0"/>
              <a:t>전 페이지에 설명했습니다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ko-KR" altLang="en-US" sz="1800" dirty="0"/>
              <a:t>구조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99A083D-0443-4637-81D7-A7A5F627D1AC}"/>
              </a:ext>
            </a:extLst>
          </p:cNvPr>
          <p:cNvSpPr txBox="1">
            <a:spLocks/>
          </p:cNvSpPr>
          <p:nvPr/>
        </p:nvSpPr>
        <p:spPr>
          <a:xfrm>
            <a:off x="341778" y="584372"/>
            <a:ext cx="4388225" cy="42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Font typeface="Arial" panose="020B0604020202020204" pitchFamily="34" charset="0"/>
              <a:buNone/>
            </a:pPr>
            <a:r>
              <a:rPr lang="en-US" altLang="ko-KR" sz="2400"/>
              <a:t>Commit message convention</a:t>
            </a:r>
            <a:endParaRPr lang="en-US" altLang="ko-KR" sz="2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90F326-1466-4E7E-92EB-B804A59BCC5F}"/>
              </a:ext>
            </a:extLst>
          </p:cNvPr>
          <p:cNvSpPr/>
          <p:nvPr/>
        </p:nvSpPr>
        <p:spPr>
          <a:xfrm>
            <a:off x="790013" y="4049072"/>
            <a:ext cx="4016188" cy="192741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ko-KR" b="1" dirty="0">
                <a:solidFill>
                  <a:schemeClr val="tx1"/>
                </a:solidFill>
              </a:rPr>
              <a:t>Type: Subject</a:t>
            </a:r>
          </a:p>
          <a:p>
            <a:pPr marL="0" indent="0" algn="ctr">
              <a:buNone/>
            </a:pPr>
            <a:endParaRPr lang="en-US" altLang="ko-KR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altLang="ko-KR" sz="5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ko-KR" altLang="en-US" b="1" dirty="0">
                <a:solidFill>
                  <a:schemeClr val="tx1"/>
                </a:solidFill>
              </a:rPr>
              <a:t>본문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altLang="ko-KR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altLang="ko-KR" sz="3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ko-KR" altLang="en-US" b="1" dirty="0">
                <a:solidFill>
                  <a:schemeClr val="tx1"/>
                </a:solidFill>
              </a:rPr>
              <a:t>이슈번호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22B3AFB-D253-42A1-AA3E-C15D4683E84A}"/>
              </a:ext>
            </a:extLst>
          </p:cNvPr>
          <p:cNvSpPr txBox="1">
            <a:spLocks/>
          </p:cNvSpPr>
          <p:nvPr/>
        </p:nvSpPr>
        <p:spPr>
          <a:xfrm>
            <a:off x="5102038" y="4320990"/>
            <a:ext cx="5754222" cy="1043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dirty="0"/>
              <a:t>이것이 </a:t>
            </a:r>
            <a:r>
              <a:rPr lang="en-US" altLang="ko-KR" sz="1800" dirty="0"/>
              <a:t>Udacity</a:t>
            </a:r>
            <a:r>
              <a:rPr lang="ko-KR" altLang="en-US" sz="1800" dirty="0"/>
              <a:t>의 구조인데</a:t>
            </a:r>
            <a:r>
              <a:rPr lang="en-US" altLang="ko-KR" sz="1800" dirty="0"/>
              <a:t>, </a:t>
            </a:r>
            <a:r>
              <a:rPr lang="ko-KR" altLang="en-US" sz="1800" dirty="0"/>
              <a:t>저는 이슈번호를 </a:t>
            </a:r>
            <a:r>
              <a:rPr lang="en-US" altLang="ko-KR" sz="1800" dirty="0"/>
              <a:t>Subject </a:t>
            </a:r>
            <a:r>
              <a:rPr lang="ko-KR" altLang="en-US" sz="1800" dirty="0"/>
              <a:t>다음에 오도록 바꿨어요</a:t>
            </a:r>
            <a:r>
              <a:rPr lang="en-US" altLang="ko-KR" sz="1800" dirty="0"/>
              <a:t>. </a:t>
            </a:r>
            <a:r>
              <a:rPr lang="ko-KR" altLang="en-US" sz="1800" dirty="0"/>
              <a:t>굳이 마지막 줄에 적을 필요가 없을 것 같아서 그렇게 하였습니다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3436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A1339F-E948-43D5-B233-704778408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06" y="273517"/>
            <a:ext cx="10035988" cy="898899"/>
          </a:xfrm>
        </p:spPr>
        <p:txBody>
          <a:bodyPr/>
          <a:lstStyle/>
          <a:p>
            <a:pPr algn="ctr"/>
            <a:r>
              <a:rPr lang="en-US" altLang="ko-KR" dirty="0"/>
              <a:t>Convention </a:t>
            </a:r>
            <a:r>
              <a:rPr lang="ko-KR" altLang="en-US" dirty="0"/>
              <a:t>문서화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EEB03D-F11B-4453-9915-36DD6F9D8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894" y="1178205"/>
            <a:ext cx="4720839" cy="54105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Issue naming convention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65E158-E95F-4069-96F7-8DC8DFE55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11" y="1897342"/>
            <a:ext cx="4720839" cy="4029625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D1F7AC3-ECA1-4D53-BDA2-C6E9018253EF}"/>
              </a:ext>
            </a:extLst>
          </p:cNvPr>
          <p:cNvSpPr txBox="1">
            <a:spLocks/>
          </p:cNvSpPr>
          <p:nvPr/>
        </p:nvSpPr>
        <p:spPr>
          <a:xfrm>
            <a:off x="5918387" y="1399241"/>
            <a:ext cx="5513294" cy="5020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/>
              <a:t>우선 </a:t>
            </a:r>
            <a:r>
              <a:rPr lang="en-US" altLang="ko-KR" sz="1600" dirty="0"/>
              <a:t>Issue naming </a:t>
            </a:r>
            <a:r>
              <a:rPr lang="ko-KR" altLang="en-US" sz="1600" dirty="0"/>
              <a:t>문서화할 때 중요하게 생각했던 것은 혼란을 줄이는 것이었어요</a:t>
            </a:r>
            <a:r>
              <a:rPr lang="en-US" altLang="ko-KR" sz="1600" dirty="0"/>
              <a:t>. </a:t>
            </a:r>
            <a:r>
              <a:rPr lang="ko-KR" altLang="en-US" sz="1600" dirty="0"/>
              <a:t>원래 </a:t>
            </a:r>
            <a:r>
              <a:rPr lang="en-US" altLang="ko-KR" sz="1600" dirty="0"/>
              <a:t>issue </a:t>
            </a:r>
            <a:r>
              <a:rPr lang="ko-KR" altLang="en-US" sz="1600" dirty="0"/>
              <a:t>이름은 규칙으로 </a:t>
            </a:r>
            <a:r>
              <a:rPr lang="ko-KR" altLang="en-US" sz="1600" dirty="0" err="1"/>
              <a:t>정해놓지</a:t>
            </a:r>
            <a:r>
              <a:rPr lang="ko-KR" altLang="en-US" sz="1600" dirty="0"/>
              <a:t> 않으려고 </a:t>
            </a:r>
            <a:r>
              <a:rPr lang="ko-KR" altLang="en-US" sz="1600" dirty="0" err="1"/>
              <a:t>했었는데</a:t>
            </a:r>
            <a:r>
              <a:rPr lang="en-US" altLang="ko-KR" sz="1600" dirty="0"/>
              <a:t>, </a:t>
            </a:r>
            <a:r>
              <a:rPr lang="ko-KR" altLang="en-US" sz="1600" dirty="0"/>
              <a:t>나중에 정하기로 된 </a:t>
            </a:r>
            <a:r>
              <a:rPr lang="ko-KR" altLang="en-US" sz="1600" dirty="0" err="1"/>
              <a:t>거잖아요</a:t>
            </a:r>
            <a:r>
              <a:rPr lang="en-US" altLang="ko-KR" sz="1600" dirty="0"/>
              <a:t>. </a:t>
            </a:r>
            <a:r>
              <a:rPr lang="ko-KR" altLang="en-US" sz="1600" dirty="0"/>
              <a:t>그래서 </a:t>
            </a:r>
            <a:r>
              <a:rPr lang="en-US" altLang="ko-KR" sz="1600" dirty="0"/>
              <a:t>commit message</a:t>
            </a:r>
            <a:r>
              <a:rPr lang="ko-KR" altLang="en-US" sz="1600" dirty="0"/>
              <a:t>와 최대한 비슷하게 작성하려고 노력했어요</a:t>
            </a:r>
            <a:r>
              <a:rPr lang="en-US" altLang="ko-KR" sz="1600" dirty="0"/>
              <a:t>. Type</a:t>
            </a:r>
            <a:r>
              <a:rPr lang="ko-KR" altLang="en-US" sz="1600" dirty="0"/>
              <a:t>은 거의 동일하게</a:t>
            </a:r>
            <a:r>
              <a:rPr lang="en-US" altLang="ko-KR" sz="1600" dirty="0"/>
              <a:t>, </a:t>
            </a:r>
            <a:r>
              <a:rPr lang="ko-KR" altLang="en-US" sz="1600" dirty="0"/>
              <a:t>그런데 이슈만의 특성 때문에 완전히 똑같이는 하지 못했어요</a:t>
            </a:r>
            <a:r>
              <a:rPr lang="en-US" altLang="ko-KR" sz="1600" dirty="0"/>
              <a:t>. </a:t>
            </a:r>
            <a:r>
              <a:rPr lang="ko-KR" altLang="en-US" sz="1600" dirty="0"/>
              <a:t>이미 생성된 이슈들이 있었기 때문에 그것도 표현하려면 기존의 </a:t>
            </a:r>
            <a:r>
              <a:rPr lang="en-US" altLang="ko-KR" sz="1600" dirty="0"/>
              <a:t>type </a:t>
            </a:r>
            <a:r>
              <a:rPr lang="ko-KR" altLang="en-US" sz="1600" dirty="0"/>
              <a:t>만으론 안되었거든요</a:t>
            </a:r>
            <a:r>
              <a:rPr lang="en-US" altLang="ko-KR" sz="1600" dirty="0"/>
              <a:t>. </a:t>
            </a:r>
            <a:r>
              <a:rPr lang="ko-KR" altLang="en-US" sz="1600" dirty="0"/>
              <a:t>그래서 </a:t>
            </a:r>
            <a:r>
              <a:rPr lang="en-US" altLang="ko-KR" sz="1600" dirty="0"/>
              <a:t>composition</a:t>
            </a:r>
            <a:r>
              <a:rPr lang="ko-KR" altLang="en-US" sz="1600" dirty="0"/>
              <a:t>은 새로 만들었고</a:t>
            </a:r>
            <a:r>
              <a:rPr lang="en-US" altLang="ko-KR" sz="1600" dirty="0"/>
              <a:t>, </a:t>
            </a:r>
            <a:r>
              <a:rPr lang="ko-KR" altLang="en-US" sz="1600" dirty="0"/>
              <a:t>필요 없다고 생각한 </a:t>
            </a:r>
            <a:r>
              <a:rPr lang="en-US" altLang="ko-KR" sz="1600" dirty="0"/>
              <a:t>style</a:t>
            </a:r>
            <a:r>
              <a:rPr lang="ko-KR" altLang="en-US" sz="1600" dirty="0"/>
              <a:t>은 </a:t>
            </a:r>
            <a:r>
              <a:rPr lang="en-US" altLang="ko-KR" sz="1600" dirty="0"/>
              <a:t>refactor</a:t>
            </a:r>
            <a:r>
              <a:rPr lang="ko-KR" altLang="en-US" sz="1600" dirty="0"/>
              <a:t>로 합쳤고</a:t>
            </a:r>
            <a:r>
              <a:rPr lang="en-US" altLang="ko-KR" sz="1600" dirty="0"/>
              <a:t>, </a:t>
            </a:r>
            <a:r>
              <a:rPr lang="ko-KR" altLang="en-US" sz="1600" dirty="0"/>
              <a:t>이슈 특성상 어떤 것을 </a:t>
            </a:r>
            <a:r>
              <a:rPr lang="ko-KR" altLang="en-US" sz="1600" dirty="0" err="1"/>
              <a:t>제안해야할</a:t>
            </a:r>
            <a:r>
              <a:rPr lang="ko-KR" altLang="en-US" sz="1600" dirty="0"/>
              <a:t> 필요도 있어서 </a:t>
            </a:r>
            <a:r>
              <a:rPr lang="en-US" altLang="ko-KR" sz="1600" dirty="0"/>
              <a:t>offer</a:t>
            </a:r>
            <a:r>
              <a:rPr lang="ko-KR" altLang="en-US" sz="1600" dirty="0"/>
              <a:t>를 새로 만들었습니다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이런 사항도 말씀해주시면 좋을 것 같습니다</a:t>
            </a:r>
            <a:r>
              <a:rPr lang="en-US" altLang="ko-KR" sz="1600" dirty="0"/>
              <a:t>. </a:t>
            </a:r>
          </a:p>
          <a:p>
            <a:pPr marL="0" indent="0">
              <a:buNone/>
            </a:pPr>
            <a:r>
              <a:rPr lang="ko-KR" altLang="en-US" sz="1600" dirty="0"/>
              <a:t>정리하면 </a:t>
            </a:r>
            <a:r>
              <a:rPr lang="en-US" altLang="ko-KR" sz="1600" dirty="0" err="1"/>
              <a:t>commi</a:t>
            </a:r>
            <a:r>
              <a:rPr lang="ko-KR" altLang="en-US" sz="1600" dirty="0" err="1"/>
              <a:t>에서랑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다른점이</a:t>
            </a:r>
            <a:r>
              <a:rPr lang="ko-KR" altLang="en-US" sz="1600" dirty="0"/>
              <a:t> </a:t>
            </a:r>
            <a:r>
              <a:rPr lang="en-US" altLang="ko-KR" sz="1600" dirty="0"/>
              <a:t>offer, composition </a:t>
            </a:r>
            <a:r>
              <a:rPr lang="ko-KR" altLang="en-US" sz="1600" dirty="0"/>
              <a:t>추가</a:t>
            </a:r>
            <a:r>
              <a:rPr lang="en-US" altLang="ko-KR" sz="1600" dirty="0"/>
              <a:t>, style</a:t>
            </a:r>
            <a:r>
              <a:rPr lang="ko-KR" altLang="en-US" sz="1600" dirty="0"/>
              <a:t>을 </a:t>
            </a:r>
            <a:r>
              <a:rPr lang="en-US" altLang="ko-KR" sz="1600" dirty="0"/>
              <a:t>refactor</a:t>
            </a:r>
            <a:r>
              <a:rPr lang="ko-KR" altLang="en-US" sz="1600" dirty="0"/>
              <a:t>로 병합</a:t>
            </a: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또한 제안하는 </a:t>
            </a:r>
            <a:r>
              <a:rPr lang="en-US" altLang="ko-KR" sz="1600" dirty="0"/>
              <a:t>offer</a:t>
            </a:r>
            <a:r>
              <a:rPr lang="ko-KR" altLang="en-US" sz="1600" dirty="0"/>
              <a:t>의 경우에는 눈에 잘 띄어야 하기 때문에 </a:t>
            </a:r>
            <a:r>
              <a:rPr lang="en-US" altLang="ko-KR" sz="1600" dirty="0"/>
              <a:t>label</a:t>
            </a:r>
            <a:r>
              <a:rPr lang="ko-KR" altLang="en-US" sz="1600" dirty="0"/>
              <a:t>로 </a:t>
            </a:r>
            <a:r>
              <a:rPr lang="en-US" altLang="ko-KR" sz="1600" dirty="0"/>
              <a:t>argument</a:t>
            </a:r>
            <a:r>
              <a:rPr lang="ko-KR" altLang="en-US" sz="1600" dirty="0"/>
              <a:t>를 설정함으로써 잘 보이도록 했다는 것도 추가해주세요</a:t>
            </a:r>
            <a:r>
              <a:rPr lang="en-US" altLang="ko-KR" sz="1600" dirty="0"/>
              <a:t>!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이슈 컨벤션을 만들게 된 이유도 설명하면 좋을 것 같습니다</a:t>
            </a:r>
            <a:r>
              <a:rPr lang="en-US" altLang="ko-KR" sz="1600" dirty="0"/>
              <a:t>! Convention </a:t>
            </a:r>
            <a:r>
              <a:rPr lang="ko-KR" altLang="en-US" sz="1600" dirty="0"/>
              <a:t>문서에 자세히 </a:t>
            </a:r>
            <a:r>
              <a:rPr lang="ko-KR" altLang="en-US" sz="1600" dirty="0" err="1"/>
              <a:t>적어놓았습니다</a:t>
            </a:r>
            <a:r>
              <a:rPr lang="en-US" altLang="ko-KR" sz="1600" dirty="0"/>
              <a:t>!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64164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FAC3E-26C1-436A-8F9D-5B6091D78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Branches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80CBF7-E5E6-4CD4-BAD9-DBFBCDBEA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430435" cy="3974539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내용 선정 기준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3</a:t>
            </a:r>
            <a:r>
              <a:rPr lang="ko-KR" altLang="en-US" sz="1800" dirty="0"/>
              <a:t>개의 챕터로 나뉨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Concept, command, strategy</a:t>
            </a:r>
          </a:p>
          <a:p>
            <a:pPr marL="0" indent="0">
              <a:buNone/>
            </a:pPr>
            <a:r>
              <a:rPr lang="en-US" altLang="ko-KR" sz="1800" dirty="0"/>
              <a:t>Concept: </a:t>
            </a:r>
            <a:r>
              <a:rPr lang="ko-KR" altLang="en-US" sz="1800" dirty="0" err="1"/>
              <a:t>브랜치의</a:t>
            </a:r>
            <a:r>
              <a:rPr lang="ko-KR" altLang="en-US" sz="1800" dirty="0"/>
              <a:t> 개념이 생소할 수 있어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브랜치가</a:t>
            </a:r>
            <a:r>
              <a:rPr lang="ko-KR" altLang="en-US" sz="1800" dirty="0"/>
              <a:t> 무엇인지</a:t>
            </a:r>
            <a:r>
              <a:rPr lang="en-US" altLang="ko-KR" sz="1800" dirty="0"/>
              <a:t>, </a:t>
            </a:r>
            <a:r>
              <a:rPr lang="ko-KR" altLang="en-US" sz="1800" dirty="0"/>
              <a:t>왜 만드는지를 설명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Command: </a:t>
            </a:r>
            <a:r>
              <a:rPr lang="ko-KR" altLang="en-US" sz="1800" dirty="0" err="1"/>
              <a:t>브랜치</a:t>
            </a:r>
            <a:r>
              <a:rPr lang="ko-KR" altLang="en-US" sz="1800" dirty="0"/>
              <a:t> 관련 가장 기초적인 명령어 소개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Strategy: </a:t>
            </a:r>
            <a:r>
              <a:rPr lang="ko-KR" altLang="en-US" sz="1800" dirty="0" err="1"/>
              <a:t>브랜치</a:t>
            </a:r>
            <a:r>
              <a:rPr lang="ko-KR" altLang="en-US" sz="1800" dirty="0"/>
              <a:t> 전략과 </a:t>
            </a:r>
            <a:r>
              <a:rPr lang="ko-KR" altLang="en-US" sz="1800" dirty="0" err="1"/>
              <a:t>브랜치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프로텍션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브랜치</a:t>
            </a:r>
            <a:r>
              <a:rPr lang="ko-KR" altLang="en-US" sz="1800" dirty="0"/>
              <a:t> 이름 컨벤션을 소개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-&gt; </a:t>
            </a:r>
            <a:r>
              <a:rPr lang="ko-KR" altLang="en-US" sz="1800" dirty="0"/>
              <a:t>처음에 로드맵 내용을 구성할 때 </a:t>
            </a:r>
            <a:r>
              <a:rPr lang="ko-KR" altLang="en-US" sz="1800" dirty="0" err="1"/>
              <a:t>브랜치</a:t>
            </a:r>
            <a:r>
              <a:rPr lang="ko-KR" altLang="en-US" sz="1800" dirty="0"/>
              <a:t> 전략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브랜치</a:t>
            </a:r>
            <a:r>
              <a:rPr lang="ko-KR" altLang="en-US" sz="1800" dirty="0"/>
              <a:t> 명령어를 하기로 하였는데</a:t>
            </a:r>
            <a:r>
              <a:rPr lang="en-US" altLang="ko-KR" sz="1800" dirty="0"/>
              <a:t>, </a:t>
            </a:r>
            <a:r>
              <a:rPr lang="ko-KR" altLang="en-US" sz="1800" dirty="0"/>
              <a:t>이 두가지만 하기보다는 </a:t>
            </a:r>
            <a:r>
              <a:rPr lang="ko-KR" altLang="en-US" sz="1800" dirty="0" err="1"/>
              <a:t>브랜치</a:t>
            </a:r>
            <a:r>
              <a:rPr lang="ko-KR" altLang="en-US" sz="1800" dirty="0"/>
              <a:t> 자체에 대해 알아보는 것도 좋을 것 같다는 </a:t>
            </a:r>
            <a:r>
              <a:rPr lang="ko-KR" altLang="en-US" sz="1800" dirty="0" err="1"/>
              <a:t>생가가에</a:t>
            </a:r>
            <a:r>
              <a:rPr lang="ko-KR" altLang="en-US" sz="1800" dirty="0"/>
              <a:t> </a:t>
            </a:r>
            <a:r>
              <a:rPr lang="en-US" altLang="ko-KR" sz="1800" dirty="0"/>
              <a:t>concept</a:t>
            </a:r>
            <a:r>
              <a:rPr lang="ko-KR" altLang="en-US" sz="1800" dirty="0"/>
              <a:t>을 추가하였다</a:t>
            </a:r>
            <a:r>
              <a:rPr lang="en-US" altLang="ko-KR" sz="1800" dirty="0"/>
              <a:t>. </a:t>
            </a:r>
            <a:r>
              <a:rPr lang="ko-KR" altLang="en-US" sz="1800" dirty="0" err="1"/>
              <a:t>브랜치가</a:t>
            </a:r>
            <a:r>
              <a:rPr lang="ko-KR" altLang="en-US" sz="1800" dirty="0"/>
              <a:t> 무엇인지는 알지만 </a:t>
            </a:r>
            <a:r>
              <a:rPr lang="en-US" altLang="ko-KR" sz="1800" dirty="0"/>
              <a:t>main</a:t>
            </a:r>
            <a:r>
              <a:rPr lang="ko-KR" altLang="en-US" sz="1800" dirty="0"/>
              <a:t>에 바로 하면 되는데 왜 </a:t>
            </a:r>
            <a:r>
              <a:rPr lang="ko-KR" altLang="en-US" sz="1800" dirty="0" err="1"/>
              <a:t>브랜치를</a:t>
            </a:r>
            <a:r>
              <a:rPr lang="ko-KR" altLang="en-US" sz="1800" dirty="0"/>
              <a:t> </a:t>
            </a:r>
            <a:r>
              <a:rPr lang="ko-KR" altLang="en-US" sz="1800" dirty="0" err="1"/>
              <a:t>나눠야하는지</a:t>
            </a:r>
            <a:r>
              <a:rPr lang="ko-KR" altLang="en-US" sz="1800" dirty="0"/>
              <a:t> 모를 수도 있을 것 같아</a:t>
            </a:r>
            <a:r>
              <a:rPr lang="en-US" altLang="ko-KR" sz="1800" dirty="0"/>
              <a:t>, ‘</a:t>
            </a:r>
            <a:r>
              <a:rPr lang="ko-KR" altLang="en-US" sz="1800" dirty="0"/>
              <a:t>왜 </a:t>
            </a:r>
            <a:r>
              <a:rPr lang="ko-KR" altLang="en-US" sz="1800" dirty="0" err="1"/>
              <a:t>브랜치를</a:t>
            </a:r>
            <a:r>
              <a:rPr lang="ko-KR" altLang="en-US" sz="1800" dirty="0"/>
              <a:t> 사용하는지</a:t>
            </a:r>
            <a:r>
              <a:rPr lang="en-US" altLang="ko-KR" sz="1800" dirty="0"/>
              <a:t>’</a:t>
            </a:r>
            <a:r>
              <a:rPr lang="ko-KR" altLang="en-US" sz="1800" dirty="0"/>
              <a:t> 부분도 추가하였다</a:t>
            </a:r>
            <a:r>
              <a:rPr lang="en-US" altLang="ko-KR" sz="1800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6704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7F5F24-8AD1-4737-A7A4-6ED815431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150" y="4949824"/>
            <a:ext cx="9896475" cy="984251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pull request</a:t>
            </a:r>
            <a:r>
              <a:rPr lang="ko-KR" altLang="en-US" sz="1800" dirty="0"/>
              <a:t>를 진행할 때 </a:t>
            </a:r>
            <a:r>
              <a:rPr lang="en-US" altLang="ko-KR" sz="1800" dirty="0"/>
              <a:t>main</a:t>
            </a:r>
            <a:r>
              <a:rPr lang="ko-KR" altLang="en-US" sz="1800" dirty="0"/>
              <a:t>과 </a:t>
            </a:r>
            <a:r>
              <a:rPr lang="en-US" altLang="ko-KR" sz="1800" dirty="0"/>
              <a:t>develop</a:t>
            </a:r>
            <a:r>
              <a:rPr lang="ko-KR" altLang="en-US" sz="1800" dirty="0"/>
              <a:t>를 </a:t>
            </a:r>
            <a:r>
              <a:rPr lang="ko-KR" altLang="en-US" sz="1800" dirty="0" err="1"/>
              <a:t>프로텍션</a:t>
            </a:r>
            <a:r>
              <a:rPr lang="ko-KR" altLang="en-US" sz="1800" dirty="0"/>
              <a:t> </a:t>
            </a:r>
            <a:r>
              <a:rPr lang="ko-KR" altLang="en-US" sz="1800" dirty="0" err="1"/>
              <a:t>걸어놔서</a:t>
            </a:r>
            <a:r>
              <a:rPr lang="ko-KR" altLang="en-US" sz="1800" dirty="0"/>
              <a:t> 리뷰를 </a:t>
            </a:r>
            <a:r>
              <a:rPr lang="en-US" altLang="ko-KR" sz="1800" dirty="0"/>
              <a:t>2</a:t>
            </a:r>
            <a:r>
              <a:rPr lang="ko-KR" altLang="en-US" sz="1800" dirty="0"/>
              <a:t>명 모두에게 받을 수밖에 </a:t>
            </a:r>
            <a:r>
              <a:rPr lang="ko-KR" altLang="en-US" sz="1800" dirty="0" err="1"/>
              <a:t>없잖아요</a:t>
            </a:r>
            <a:r>
              <a:rPr lang="en-US" altLang="ko-KR" sz="1800" dirty="0"/>
              <a:t>. </a:t>
            </a:r>
            <a:r>
              <a:rPr lang="ko-KR" altLang="en-US" sz="1800" dirty="0"/>
              <a:t>여기서 처럼 만약 잘못된 내용이 있다면 리뷰를 진행할 때 </a:t>
            </a:r>
            <a:r>
              <a:rPr lang="ko-KR" altLang="en-US" sz="1800" dirty="0" err="1"/>
              <a:t>확인받을</a:t>
            </a:r>
            <a:r>
              <a:rPr lang="ko-KR" altLang="en-US" sz="1800" dirty="0"/>
              <a:t> 수 있었다는 점을 언급하면 좋을 것 같아요</a:t>
            </a:r>
            <a:r>
              <a:rPr lang="en-US" altLang="ko-KR" sz="1800" dirty="0"/>
              <a:t>!</a:t>
            </a:r>
            <a:endParaRPr lang="ko-KR" altLang="en-US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A00448-2FC5-43D7-B095-264F3FC9B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33" y="549275"/>
            <a:ext cx="7519107" cy="391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34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719851-945F-4EE8-8BF9-74E88829C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65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README.md </a:t>
            </a:r>
            <a:r>
              <a:rPr lang="ko-KR" altLang="en-US" dirty="0"/>
              <a:t>수정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B549F6-4F3B-47FB-850C-F2564B158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" y="1460032"/>
            <a:ext cx="4509877" cy="27790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E7FFB81-DE65-4C35-9B42-6949BF7C4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5062617" cy="3115110"/>
          </a:xfrm>
          <a:prstGeom prst="rect">
            <a:avLst/>
          </a:prstGeom>
        </p:spPr>
      </p:pic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049076B-4501-4E76-B7B3-CD2E483FE78D}"/>
              </a:ext>
            </a:extLst>
          </p:cNvPr>
          <p:cNvSpPr txBox="1">
            <a:spLocks/>
          </p:cNvSpPr>
          <p:nvPr/>
        </p:nvSpPr>
        <p:spPr>
          <a:xfrm>
            <a:off x="4905978" y="1660627"/>
            <a:ext cx="3742765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/>
              <a:t>기존의 </a:t>
            </a:r>
            <a:r>
              <a:rPr lang="en-US" altLang="ko-KR" sz="1800" dirty="0"/>
              <a:t>readme</a:t>
            </a:r>
            <a:r>
              <a:rPr lang="ko-KR" altLang="en-US" sz="1800" dirty="0"/>
              <a:t>와 비슷한 구조로 하였다</a:t>
            </a:r>
            <a:r>
              <a:rPr lang="en-US" altLang="ko-KR" sz="1800" dirty="0"/>
              <a:t>. </a:t>
            </a:r>
            <a:r>
              <a:rPr lang="ko-KR" altLang="en-US" sz="1800" dirty="0"/>
              <a:t>이는 기존의 것을 거의 번역한 것이고</a:t>
            </a:r>
            <a:r>
              <a:rPr lang="en-US" altLang="ko-KR" sz="1800" dirty="0"/>
              <a:t>, gif</a:t>
            </a:r>
            <a:r>
              <a:rPr lang="ko-KR" altLang="en-US" sz="1800" dirty="0"/>
              <a:t>도 제작하여 첨부하였다</a:t>
            </a:r>
            <a:r>
              <a:rPr lang="en-US" altLang="ko-KR" sz="1800" dirty="0"/>
              <a:t>.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523EEA10-385A-4E14-8A42-078F63B24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185" y="3628920"/>
            <a:ext cx="4662277" cy="2538798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FAQ</a:t>
            </a:r>
            <a:r>
              <a:rPr lang="ko-KR" altLang="en-US" sz="1800" dirty="0"/>
              <a:t>의 경우 기존에 있는 것이 우리에게는 </a:t>
            </a:r>
            <a:r>
              <a:rPr lang="ko-KR" altLang="en-US" sz="1800" dirty="0" err="1"/>
              <a:t>필요없는</a:t>
            </a:r>
            <a:r>
              <a:rPr lang="ko-KR" altLang="en-US" sz="1800" dirty="0"/>
              <a:t> 내용이 많아서 많이 삭제하였고</a:t>
            </a:r>
            <a:r>
              <a:rPr lang="en-US" altLang="ko-KR" sz="1800" dirty="0"/>
              <a:t>, web skills</a:t>
            </a:r>
            <a:r>
              <a:rPr lang="ko-KR" altLang="en-US" sz="1800" dirty="0"/>
              <a:t>가 어떤 것인지</a:t>
            </a:r>
            <a:r>
              <a:rPr lang="en-US" altLang="ko-KR" sz="1800" dirty="0"/>
              <a:t>, skills</a:t>
            </a:r>
            <a:r>
              <a:rPr lang="ko-KR" altLang="en-US" sz="1800" dirty="0"/>
              <a:t>는 어떤 기준으로 선정했는지</a:t>
            </a:r>
            <a:r>
              <a:rPr lang="en-US" altLang="ko-KR" sz="1800" dirty="0"/>
              <a:t>, </a:t>
            </a:r>
            <a:r>
              <a:rPr lang="ko-KR" altLang="en-US" sz="1800" dirty="0"/>
              <a:t>어떻게 기여할 수 있는지를 넣었다</a:t>
            </a:r>
            <a:r>
              <a:rPr lang="en-US" altLang="ko-KR" sz="1800" dirty="0"/>
              <a:t>. </a:t>
            </a:r>
            <a:r>
              <a:rPr lang="ko-KR" altLang="en-US" sz="1800" dirty="0"/>
              <a:t>여기에 </a:t>
            </a:r>
            <a:r>
              <a:rPr lang="en-US" altLang="ko-KR" sz="1800" dirty="0"/>
              <a:t>git roadmap</a:t>
            </a:r>
            <a:r>
              <a:rPr lang="ko-KR" altLang="en-US" sz="1800" dirty="0"/>
              <a:t>을 한 이유와 내용 구성에 대한 사항들이 나와있다</a:t>
            </a:r>
            <a:r>
              <a:rPr lang="en-US" altLang="ko-KR" sz="1800" dirty="0"/>
              <a:t>. </a:t>
            </a:r>
            <a:r>
              <a:rPr lang="ko-KR" altLang="en-US" sz="1800" dirty="0"/>
              <a:t>웹사이트에 대한 설명을 여기 부분에 </a:t>
            </a:r>
            <a:r>
              <a:rPr lang="ko-KR" altLang="en-US" sz="1800" dirty="0" err="1"/>
              <a:t>적어놓았다고</a:t>
            </a:r>
            <a:r>
              <a:rPr lang="ko-KR" altLang="en-US" sz="1800" dirty="0"/>
              <a:t> 언급해주시면 될 것 같아요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701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4D5785-A1A8-47BC-A2EE-8FFFDE585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1319"/>
            <a:ext cx="10363200" cy="1001626"/>
          </a:xfrm>
        </p:spPr>
        <p:txBody>
          <a:bodyPr/>
          <a:lstStyle/>
          <a:p>
            <a:pPr algn="ctr"/>
            <a:r>
              <a:rPr lang="en-US" altLang="ko-KR" dirty="0"/>
              <a:t>README.md </a:t>
            </a:r>
            <a:r>
              <a:rPr lang="ko-KR" altLang="en-US" dirty="0"/>
              <a:t>수정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149E544-7E5E-486D-9484-CFF35CE2509B}"/>
              </a:ext>
            </a:extLst>
          </p:cNvPr>
          <p:cNvSpPr txBox="1">
            <a:spLocks/>
          </p:cNvSpPr>
          <p:nvPr/>
        </p:nvSpPr>
        <p:spPr>
          <a:xfrm>
            <a:off x="6238961" y="2229316"/>
            <a:ext cx="4262718" cy="1199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/>
              <a:t>마지막에 </a:t>
            </a:r>
            <a:r>
              <a:rPr lang="en-US" altLang="ko-KR" sz="1800" dirty="0"/>
              <a:t>contributors </a:t>
            </a:r>
            <a:r>
              <a:rPr lang="ko-KR" altLang="en-US" sz="1800" dirty="0"/>
              <a:t>부분에 우리 팀을 모두 추가하였다</a:t>
            </a:r>
            <a:r>
              <a:rPr lang="en-US" altLang="ko-KR" sz="1800" dirty="0"/>
              <a:t>. </a:t>
            </a:r>
            <a:r>
              <a:rPr lang="ko-KR" altLang="en-US" sz="1800" dirty="0"/>
              <a:t>클릭하면 팀원의 </a:t>
            </a:r>
            <a:r>
              <a:rPr lang="ko-KR" altLang="en-US" sz="1800" dirty="0" err="1"/>
              <a:t>깃허브</a:t>
            </a:r>
            <a:r>
              <a:rPr lang="ko-KR" altLang="en-US" sz="1800" dirty="0"/>
              <a:t> 주소로 이동한다</a:t>
            </a:r>
            <a:r>
              <a:rPr lang="en-US" altLang="ko-KR" sz="18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7692C95-942E-4176-B021-96486B9EB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94798"/>
            <a:ext cx="3088341" cy="14147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B656008-21A8-4EEF-81AD-CE9C379A7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61" y="1564099"/>
            <a:ext cx="5562600" cy="204839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F411D3F-1984-4E01-BB01-3AA546857C97}"/>
              </a:ext>
            </a:extLst>
          </p:cNvPr>
          <p:cNvSpPr txBox="1">
            <a:spLocks/>
          </p:cNvSpPr>
          <p:nvPr/>
        </p:nvSpPr>
        <p:spPr>
          <a:xfrm>
            <a:off x="4504768" y="4087329"/>
            <a:ext cx="5634316" cy="1840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/>
              <a:t>라이선스 부분도 언급하면 좋을 것 같아요</a:t>
            </a:r>
            <a:r>
              <a:rPr lang="en-US" altLang="ko-KR" sz="1800" dirty="0"/>
              <a:t>. </a:t>
            </a:r>
            <a:r>
              <a:rPr lang="ko-KR" altLang="en-US" sz="1800" dirty="0"/>
              <a:t>아이콘을 사용한 웹사이트를 명시하였는데</a:t>
            </a:r>
            <a:r>
              <a:rPr lang="en-US" altLang="ko-KR" sz="1800" dirty="0"/>
              <a:t>, </a:t>
            </a:r>
            <a:r>
              <a:rPr lang="ko-KR" altLang="en-US" sz="1800" dirty="0"/>
              <a:t>강사님께서 이렇게 출처를 밝힌 것을 언급하라고 하셨으니까 언급해주시면 좋을 것 같아요</a:t>
            </a:r>
            <a:r>
              <a:rPr lang="en-US" altLang="ko-KR" sz="1800" dirty="0"/>
              <a:t>! </a:t>
            </a:r>
            <a:r>
              <a:rPr lang="ko-KR" altLang="en-US" sz="1800" dirty="0"/>
              <a:t>라이선스에 민감하기 때문에 이렇게 적어주고 언급하라고 전에 하셨습니다</a:t>
            </a:r>
            <a:r>
              <a:rPr lang="en-US" altLang="ko-KR" sz="1800" dirty="0"/>
              <a:t>!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62250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62C18-DBF4-4512-AC2D-1998E243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겪었던 문제들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BFA35-7548-4C2C-B1FC-ABBD1DA30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91081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충돌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- </a:t>
            </a:r>
            <a:r>
              <a:rPr lang="ko-KR" altLang="en-US" sz="1800" dirty="0"/>
              <a:t>처음 </a:t>
            </a:r>
            <a:r>
              <a:rPr lang="en-US" altLang="ko-KR" sz="1800" dirty="0"/>
              <a:t>merge</a:t>
            </a:r>
            <a:r>
              <a:rPr lang="ko-KR" altLang="en-US" sz="1800" dirty="0"/>
              <a:t>를 진행하는 데 충돌이 발생하였다</a:t>
            </a:r>
            <a:r>
              <a:rPr lang="en-US" altLang="ko-KR" sz="1800" dirty="0"/>
              <a:t>. </a:t>
            </a:r>
            <a:r>
              <a:rPr lang="ko-KR" altLang="en-US" sz="1800" dirty="0"/>
              <a:t>이유는 </a:t>
            </a:r>
            <a:r>
              <a:rPr lang="en-US" altLang="ko-KR" sz="1800" dirty="0"/>
              <a:t>data.js </a:t>
            </a:r>
            <a:r>
              <a:rPr lang="ko-KR" altLang="en-US" sz="1800" dirty="0"/>
              <a:t>파일의 첫번째 줄을 이미 다른 팀원이 수정한 상태였는데</a:t>
            </a:r>
            <a:r>
              <a:rPr lang="en-US" altLang="ko-KR" sz="1800" dirty="0"/>
              <a:t>, </a:t>
            </a:r>
            <a:r>
              <a:rPr lang="ko-KR" altLang="en-US" sz="1800" dirty="0"/>
              <a:t>두번째 줄을 또 수정했기 때문이다</a:t>
            </a:r>
            <a:r>
              <a:rPr lang="en-US" altLang="ko-KR" sz="1800" dirty="0"/>
              <a:t>. </a:t>
            </a:r>
            <a:r>
              <a:rPr lang="ko-KR" altLang="en-US" sz="1800" dirty="0"/>
              <a:t>이를 같은 코드 블록으로 인식하였는지 충돌이 발생하였다</a:t>
            </a:r>
            <a:r>
              <a:rPr lang="en-US" altLang="ko-KR" sz="1800" dirty="0"/>
              <a:t>. </a:t>
            </a:r>
            <a:r>
              <a:rPr lang="ko-KR" altLang="en-US" sz="1800" dirty="0"/>
              <a:t>이를 </a:t>
            </a:r>
            <a:r>
              <a:rPr lang="ko-KR" altLang="en-US" sz="1800" dirty="0" err="1"/>
              <a:t>깃허브</a:t>
            </a:r>
            <a:r>
              <a:rPr lang="ko-KR" altLang="en-US" sz="1800" dirty="0"/>
              <a:t> 상에 있는 에디터에서 수정을 진행하였고</a:t>
            </a:r>
            <a:r>
              <a:rPr lang="en-US" altLang="ko-KR" sz="1800" dirty="0"/>
              <a:t>, </a:t>
            </a:r>
            <a:r>
              <a:rPr lang="ko-KR" altLang="en-US" sz="1800" dirty="0"/>
              <a:t>무엇인가를 잘못 건드려 </a:t>
            </a:r>
            <a:r>
              <a:rPr lang="en-US" altLang="ko-KR" sz="1800" dirty="0"/>
              <a:t>feature </a:t>
            </a:r>
            <a:r>
              <a:rPr lang="ko-KR" altLang="en-US" sz="1800" dirty="0" err="1"/>
              <a:t>브랜치가</a:t>
            </a:r>
            <a:r>
              <a:rPr lang="ko-KR" altLang="en-US" sz="1800" dirty="0"/>
              <a:t> </a:t>
            </a:r>
            <a:r>
              <a:rPr lang="en-US" altLang="ko-KR" sz="1800" dirty="0"/>
              <a:t>develop</a:t>
            </a:r>
            <a:r>
              <a:rPr lang="ko-KR" altLang="en-US" sz="1800" dirty="0"/>
              <a:t>로 </a:t>
            </a:r>
            <a:r>
              <a:rPr lang="ko-KR" altLang="en-US" sz="1800" dirty="0" err="1"/>
              <a:t>병합되어야하는데</a:t>
            </a:r>
            <a:r>
              <a:rPr lang="ko-KR" altLang="en-US" sz="1800" dirty="0"/>
              <a:t> 반대로 병합이 진행되었다</a:t>
            </a:r>
            <a:r>
              <a:rPr lang="en-US" altLang="ko-KR" sz="1800" dirty="0"/>
              <a:t>. </a:t>
            </a:r>
            <a:r>
              <a:rPr lang="ko-KR" altLang="en-US" sz="1800" dirty="0"/>
              <a:t>이후에 찾아보니 </a:t>
            </a:r>
            <a:r>
              <a:rPr lang="ko-KR" altLang="en-US" sz="1800" dirty="0" err="1"/>
              <a:t>깃허브</a:t>
            </a:r>
            <a:r>
              <a:rPr lang="ko-KR" altLang="en-US" sz="1800" dirty="0"/>
              <a:t> 상의 에디터는 되도록 사용하지 말고 로컬에서 충돌을 해결한 뒤에 다시 병합을 진행하는 방식으로 하는 게 낫다는 것을 확인하였다</a:t>
            </a:r>
            <a:r>
              <a:rPr lang="en-US" altLang="ko-KR" sz="1800" dirty="0"/>
              <a:t>. </a:t>
            </a:r>
            <a:r>
              <a:rPr lang="ko-KR" altLang="en-US" sz="1800" dirty="0"/>
              <a:t>다음부터는 로컬에서 </a:t>
            </a:r>
            <a:r>
              <a:rPr lang="ko-KR" altLang="en-US" sz="1800" dirty="0" err="1"/>
              <a:t>해결해야겠다고</a:t>
            </a:r>
            <a:r>
              <a:rPr lang="ko-KR" altLang="en-US" sz="1800" dirty="0"/>
              <a:t> 생각하였다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r>
              <a:rPr lang="ko-KR" altLang="en-US" sz="1800" dirty="0"/>
              <a:t>잘못된 </a:t>
            </a:r>
            <a:r>
              <a:rPr lang="en-US" altLang="ko-KR" sz="1800" dirty="0"/>
              <a:t>pull </a:t>
            </a:r>
            <a:r>
              <a:rPr lang="ko-KR" altLang="en-US" sz="1800" dirty="0"/>
              <a:t>방법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- feature </a:t>
            </a:r>
            <a:r>
              <a:rPr lang="ko-KR" altLang="en-US" sz="1800" dirty="0" err="1"/>
              <a:t>브랜치에</a:t>
            </a:r>
            <a:r>
              <a:rPr lang="ko-KR" altLang="en-US" sz="1800" dirty="0"/>
              <a:t> </a:t>
            </a:r>
            <a:r>
              <a:rPr lang="en-US" altLang="ko-KR" sz="1800" dirty="0"/>
              <a:t>checkout </a:t>
            </a:r>
            <a:r>
              <a:rPr lang="ko-KR" altLang="en-US" sz="1800" dirty="0"/>
              <a:t>된 상태에서 </a:t>
            </a:r>
            <a:r>
              <a:rPr lang="en-US" altLang="ko-KR" sz="1800" dirty="0"/>
              <a:t>git pull origin main</a:t>
            </a:r>
            <a:r>
              <a:rPr lang="ko-KR" altLang="en-US" sz="1800" dirty="0"/>
              <a:t>을 하였더니 </a:t>
            </a:r>
            <a:r>
              <a:rPr lang="en-US" altLang="ko-KR" sz="1800" dirty="0"/>
              <a:t>feature </a:t>
            </a:r>
            <a:r>
              <a:rPr lang="ko-KR" altLang="en-US" sz="1800" dirty="0" err="1"/>
              <a:t>브랜치로</a:t>
            </a:r>
            <a:r>
              <a:rPr lang="ko-KR" altLang="en-US" sz="1800" dirty="0"/>
              <a:t> </a:t>
            </a:r>
            <a:r>
              <a:rPr lang="en-US" altLang="ko-KR" sz="1800" dirty="0"/>
              <a:t>main</a:t>
            </a:r>
            <a:r>
              <a:rPr lang="ko-KR" altLang="en-US" sz="1800" dirty="0"/>
              <a:t>이 병합되었다</a:t>
            </a:r>
            <a:r>
              <a:rPr lang="en-US" altLang="ko-KR" sz="1800" dirty="0"/>
              <a:t>. </a:t>
            </a:r>
            <a:r>
              <a:rPr lang="ko-KR" altLang="en-US" sz="1800" dirty="0"/>
              <a:t>나는 </a:t>
            </a:r>
            <a:r>
              <a:rPr lang="ko-KR" altLang="en-US" sz="1800" dirty="0" err="1"/>
              <a:t>깃허브</a:t>
            </a:r>
            <a:r>
              <a:rPr lang="ko-KR" altLang="en-US" sz="1800" dirty="0"/>
              <a:t> 상의 </a:t>
            </a:r>
            <a:r>
              <a:rPr lang="en-US" altLang="ko-KR" sz="1800" dirty="0"/>
              <a:t>main </a:t>
            </a:r>
            <a:r>
              <a:rPr lang="ko-KR" altLang="en-US" sz="1800" dirty="0" err="1"/>
              <a:t>브랜치</a:t>
            </a:r>
            <a:r>
              <a:rPr lang="ko-KR" altLang="en-US" sz="1800" dirty="0"/>
              <a:t> 내용을 로컬의 </a:t>
            </a:r>
            <a:r>
              <a:rPr lang="en-US" altLang="ko-KR" sz="1800" dirty="0"/>
              <a:t>main</a:t>
            </a:r>
            <a:r>
              <a:rPr lang="ko-KR" altLang="en-US" sz="1800" dirty="0"/>
              <a:t>으로 업데이트하고 싶어서 이렇게 하였는데</a:t>
            </a:r>
            <a:r>
              <a:rPr lang="en-US" altLang="ko-KR" sz="1800" dirty="0"/>
              <a:t>, </a:t>
            </a:r>
            <a:r>
              <a:rPr lang="ko-KR" altLang="en-US" sz="1800" dirty="0"/>
              <a:t>잘못된 것이었다</a:t>
            </a:r>
            <a:r>
              <a:rPr lang="en-US" altLang="ko-KR" sz="1800" dirty="0"/>
              <a:t>. </a:t>
            </a:r>
            <a:r>
              <a:rPr lang="ko-KR" altLang="en-US" sz="1800" dirty="0"/>
              <a:t>따라서 </a:t>
            </a:r>
            <a:r>
              <a:rPr lang="en-US" altLang="ko-KR" sz="1800" dirty="0"/>
              <a:t>main</a:t>
            </a:r>
            <a:r>
              <a:rPr lang="ko-KR" altLang="en-US" sz="1800" dirty="0"/>
              <a:t>을 업데이트 하고싶다면 </a:t>
            </a:r>
            <a:r>
              <a:rPr lang="en-US" altLang="ko-KR" sz="1800" dirty="0"/>
              <a:t>main</a:t>
            </a:r>
            <a:r>
              <a:rPr lang="ko-KR" altLang="en-US" sz="1800" dirty="0"/>
              <a:t>을 </a:t>
            </a:r>
            <a:r>
              <a:rPr lang="en-US" altLang="ko-KR" sz="1800" dirty="0"/>
              <a:t>checkout</a:t>
            </a:r>
            <a:r>
              <a:rPr lang="ko-KR" altLang="en-US" sz="1800" dirty="0"/>
              <a:t>한 </a:t>
            </a:r>
            <a:r>
              <a:rPr lang="ko-KR" altLang="en-US" sz="1800" dirty="0" err="1"/>
              <a:t>상태여야한다는</a:t>
            </a:r>
            <a:r>
              <a:rPr lang="ko-KR" altLang="en-US" sz="1800" dirty="0"/>
              <a:t> 것을 </a:t>
            </a:r>
            <a:r>
              <a:rPr lang="ko-KR" altLang="en-US" sz="1800" dirty="0" err="1"/>
              <a:t>깨달았다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1900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BEA6C-8F1B-4ACD-982C-9AA961D4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느낀 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8E972F-0CA1-41FB-8F50-3E7859B78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00765" cy="4360022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로컬에서 작업하다 잘못 건드려 오류가 발생하였을 때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깃허브에</a:t>
            </a:r>
            <a:r>
              <a:rPr lang="ko-KR" altLang="en-US" sz="1800" dirty="0"/>
              <a:t> 있는 내용을 다시 </a:t>
            </a:r>
            <a:r>
              <a:rPr lang="en-US" altLang="ko-KR" sz="1800" dirty="0"/>
              <a:t>clone </a:t>
            </a:r>
            <a:r>
              <a:rPr lang="ko-KR" altLang="en-US" sz="1800" dirty="0"/>
              <a:t>받아 복사 붙여넣기를 통해 해결한 경험이 있었다</a:t>
            </a:r>
            <a:r>
              <a:rPr lang="en-US" altLang="ko-KR" sz="1800" dirty="0"/>
              <a:t>. </a:t>
            </a:r>
            <a:r>
              <a:rPr lang="ko-KR" altLang="en-US" sz="1800" dirty="0"/>
              <a:t>바로 앞 페이지에서 적었던 문제들 때문인데</a:t>
            </a:r>
            <a:r>
              <a:rPr lang="en-US" altLang="ko-KR" sz="1800" dirty="0"/>
              <a:t>, </a:t>
            </a:r>
            <a:r>
              <a:rPr lang="ko-KR" altLang="en-US" sz="1800" dirty="0"/>
              <a:t>딱 문제가 발생하였을 때 </a:t>
            </a:r>
            <a:r>
              <a:rPr lang="ko-KR" altLang="en-US" sz="1800" dirty="0" err="1"/>
              <a:t>깃허브에</a:t>
            </a:r>
            <a:r>
              <a:rPr lang="ko-KR" altLang="en-US" sz="1800" dirty="0"/>
              <a:t> 저장된 내역이 없었다면 어땠을 까라는 생각이 들었다</a:t>
            </a:r>
            <a:r>
              <a:rPr lang="en-US" altLang="ko-KR" sz="1800" dirty="0"/>
              <a:t>. </a:t>
            </a:r>
            <a:r>
              <a:rPr lang="ko-KR" altLang="en-US" sz="1800" dirty="0"/>
              <a:t>이래서 </a:t>
            </a:r>
            <a:r>
              <a:rPr lang="ko-KR" altLang="en-US" sz="1800" dirty="0" err="1"/>
              <a:t>커밋을</a:t>
            </a:r>
            <a:r>
              <a:rPr lang="ko-KR" altLang="en-US" sz="1800" dirty="0"/>
              <a:t> 적절히 하는 것이 중요하고</a:t>
            </a:r>
            <a:r>
              <a:rPr lang="en-US" altLang="ko-KR" sz="1800" dirty="0"/>
              <a:t>, git</a:t>
            </a:r>
            <a:r>
              <a:rPr lang="ko-KR" altLang="en-US" sz="1800" dirty="0"/>
              <a:t>을 사용하는 것이 중요하다는 것을 깨달을 수 있었다</a:t>
            </a:r>
            <a:r>
              <a:rPr lang="en-US" altLang="ko-KR" sz="1800" dirty="0"/>
              <a:t>. </a:t>
            </a:r>
            <a:r>
              <a:rPr lang="ko-KR" altLang="en-US" sz="1800" dirty="0" err="1"/>
              <a:t>커밋을</a:t>
            </a:r>
            <a:r>
              <a:rPr lang="ko-KR" altLang="en-US" sz="1800" dirty="0"/>
              <a:t> 적절히 </a:t>
            </a:r>
            <a:r>
              <a:rPr lang="ko-KR" altLang="en-US" sz="1800" dirty="0" err="1"/>
              <a:t>해놓았기</a:t>
            </a:r>
            <a:r>
              <a:rPr lang="ko-KR" altLang="en-US" sz="1800" dirty="0"/>
              <a:t> 때문에 문제가 발생했을 때 </a:t>
            </a:r>
            <a:r>
              <a:rPr lang="en-US" altLang="ko-KR" sz="1800" dirty="0"/>
              <a:t>clone</a:t>
            </a:r>
            <a:r>
              <a:rPr lang="ko-KR" altLang="en-US" sz="1800" dirty="0"/>
              <a:t>을 통해 손쉽게 복귀할 수 있었고</a:t>
            </a:r>
            <a:r>
              <a:rPr lang="en-US" altLang="ko-KR" sz="1800" dirty="0"/>
              <a:t>, </a:t>
            </a:r>
            <a:r>
              <a:rPr lang="ko-KR" altLang="en-US" sz="1800" dirty="0"/>
              <a:t>만약 내가 잘못 건들더라도 다른 팀원의 로컬에는 파일이 그대로 있기 때문에 손쉽게 복귀할 수 있다</a:t>
            </a:r>
            <a:r>
              <a:rPr lang="en-US" altLang="ko-KR" sz="1800" dirty="0"/>
              <a:t>. </a:t>
            </a:r>
            <a:r>
              <a:rPr lang="ko-KR" altLang="en-US" sz="1800" dirty="0"/>
              <a:t>프로젝트를 하며 </a:t>
            </a:r>
            <a:r>
              <a:rPr lang="en-US" altLang="ko-KR" sz="1800" dirty="0"/>
              <a:t>git</a:t>
            </a:r>
            <a:r>
              <a:rPr lang="ko-KR" altLang="en-US" sz="1800" dirty="0"/>
              <a:t>의 소중함을 느꼈던 것 같다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실제로 프로젝트를 하며 </a:t>
            </a:r>
            <a:r>
              <a:rPr lang="ko-KR" altLang="en-US" sz="1800" dirty="0" err="1"/>
              <a:t>브랜치를</a:t>
            </a:r>
            <a:r>
              <a:rPr lang="ko-KR" altLang="en-US" sz="1800" dirty="0"/>
              <a:t> 나누고 병합하고 </a:t>
            </a:r>
            <a:r>
              <a:rPr lang="ko-KR" altLang="en-US" sz="1800" dirty="0" err="1"/>
              <a:t>커밋을</a:t>
            </a:r>
            <a:r>
              <a:rPr lang="ko-KR" altLang="en-US" sz="1800" dirty="0"/>
              <a:t> 만들면서</a:t>
            </a:r>
            <a:r>
              <a:rPr lang="en-US" altLang="ko-KR" sz="1800" dirty="0"/>
              <a:t>, </a:t>
            </a:r>
            <a:r>
              <a:rPr lang="ko-KR" altLang="en-US" sz="1800" dirty="0"/>
              <a:t>언제 </a:t>
            </a:r>
            <a:r>
              <a:rPr lang="ko-KR" altLang="en-US" sz="1800" dirty="0" err="1"/>
              <a:t>브랜치를</a:t>
            </a:r>
            <a:r>
              <a:rPr lang="ko-KR" altLang="en-US" sz="1800" dirty="0"/>
              <a:t> 나눠야 하며</a:t>
            </a:r>
            <a:r>
              <a:rPr lang="en-US" altLang="ko-KR" sz="1800" dirty="0"/>
              <a:t>, </a:t>
            </a:r>
            <a:r>
              <a:rPr lang="ko-KR" altLang="en-US" sz="1800" dirty="0"/>
              <a:t>언제 </a:t>
            </a:r>
            <a:r>
              <a:rPr lang="ko-KR" altLang="en-US" sz="1800" dirty="0" err="1"/>
              <a:t>커밋을</a:t>
            </a:r>
            <a:r>
              <a:rPr lang="ko-KR" altLang="en-US" sz="1800" dirty="0"/>
              <a:t> 하는 것이 좋은지를 </a:t>
            </a:r>
            <a:r>
              <a:rPr lang="ko-KR" altLang="en-US" sz="1800" dirty="0" err="1"/>
              <a:t>깨달았다</a:t>
            </a:r>
            <a:r>
              <a:rPr lang="en-US" altLang="ko-KR" sz="1800" dirty="0"/>
              <a:t>. </a:t>
            </a:r>
            <a:r>
              <a:rPr lang="ko-KR" altLang="en-US" sz="1800" dirty="0"/>
              <a:t>프로젝트를 시작할 때는 언제 </a:t>
            </a:r>
            <a:r>
              <a:rPr lang="ko-KR" altLang="en-US" sz="1800" dirty="0" err="1"/>
              <a:t>해야할</a:t>
            </a:r>
            <a:r>
              <a:rPr lang="ko-KR" altLang="en-US" sz="1800" dirty="0"/>
              <a:t> 지 몰라 막막했는데 진행하면서 이럴 때 </a:t>
            </a:r>
            <a:r>
              <a:rPr lang="ko-KR" altLang="en-US" sz="1800" dirty="0" err="1"/>
              <a:t>커밋을</a:t>
            </a:r>
            <a:r>
              <a:rPr lang="ko-KR" altLang="en-US" sz="1800" dirty="0"/>
              <a:t> 하면 나중에 잘못되더라도 쉽게 복귀를 할 수 있겠다는 생각이 들었다</a:t>
            </a:r>
            <a:r>
              <a:rPr lang="en-US" altLang="ko-KR" sz="1800" dirty="0"/>
              <a:t>. </a:t>
            </a:r>
            <a:r>
              <a:rPr lang="ko-KR" altLang="en-US" sz="1800" dirty="0"/>
              <a:t>앞으로 더 사용해보면 익숙해질 것 같다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지금까지 오픈소스는 내가 </a:t>
            </a:r>
            <a:r>
              <a:rPr lang="ko-KR" altLang="en-US" sz="1800" dirty="0" err="1"/>
              <a:t>가져다가</a:t>
            </a:r>
            <a:r>
              <a:rPr lang="ko-KR" altLang="en-US" sz="1800" dirty="0"/>
              <a:t> 쓸 수 있는 코드 정도로 인식하였다</a:t>
            </a:r>
            <a:r>
              <a:rPr lang="en-US" altLang="ko-KR" sz="1800" dirty="0"/>
              <a:t>. </a:t>
            </a:r>
            <a:r>
              <a:rPr lang="ko-KR" altLang="en-US" sz="1800" dirty="0"/>
              <a:t>그런데 이번에 프로젝트를 하면서 내 코드를 누군가가 </a:t>
            </a:r>
            <a:r>
              <a:rPr lang="ko-KR" altLang="en-US" sz="1800" dirty="0" err="1"/>
              <a:t>가져다가</a:t>
            </a:r>
            <a:r>
              <a:rPr lang="ko-KR" altLang="en-US" sz="1800" dirty="0"/>
              <a:t> 바꿀 수도 있겠다는 생각이 들었다</a:t>
            </a:r>
            <a:r>
              <a:rPr lang="en-US" altLang="ko-KR" sz="1800" dirty="0"/>
              <a:t>. </a:t>
            </a:r>
            <a:r>
              <a:rPr lang="ko-KR" altLang="en-US" sz="1800" dirty="0"/>
              <a:t>이 프로젝트도 여기서 멈추기 않고 계속 누군가의 기여가 있었으면 하는 바램이 있다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8409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E191B-E77B-4265-932D-870AAD62C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아쉬운 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E8611-B2E9-4465-990E-961BAF640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0730"/>
            <a:ext cx="10515600" cy="2100916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어느정도 </a:t>
            </a:r>
            <a:r>
              <a:rPr lang="en-US" altLang="ko-KR" sz="1800" dirty="0"/>
              <a:t>git</a:t>
            </a:r>
            <a:r>
              <a:rPr lang="ko-KR" altLang="en-US" sz="1800" dirty="0"/>
              <a:t>에 대해 감을 잡아갈 때 프로젝트가 끝이 난 것 같다</a:t>
            </a:r>
            <a:r>
              <a:rPr lang="en-US" altLang="ko-KR" sz="1800" dirty="0"/>
              <a:t>. </a:t>
            </a:r>
            <a:r>
              <a:rPr lang="ko-KR" altLang="en-US" sz="1800" dirty="0"/>
              <a:t>아직도 </a:t>
            </a:r>
            <a:r>
              <a:rPr lang="en-US" altLang="ko-KR" sz="1800" dirty="0"/>
              <a:t>git</a:t>
            </a:r>
            <a:r>
              <a:rPr lang="ko-KR" altLang="en-US" sz="1800" dirty="0"/>
              <a:t>은 모르는 영역이 한참 남은 것 같다</a:t>
            </a:r>
            <a:r>
              <a:rPr lang="en-US" altLang="ko-KR" sz="1800" dirty="0"/>
              <a:t>. </a:t>
            </a:r>
            <a:r>
              <a:rPr lang="ko-KR" altLang="en-US" sz="1800" dirty="0" err="1"/>
              <a:t>커밋과</a:t>
            </a:r>
            <a:r>
              <a:rPr lang="ko-KR" altLang="en-US" sz="1800" dirty="0"/>
              <a:t> </a:t>
            </a:r>
            <a:r>
              <a:rPr lang="ko-KR" altLang="en-US" sz="1800" dirty="0" err="1"/>
              <a:t>브랜치를</a:t>
            </a:r>
            <a:r>
              <a:rPr lang="ko-KR" altLang="en-US" sz="1800" dirty="0"/>
              <a:t> 만들고 </a:t>
            </a:r>
            <a:r>
              <a:rPr lang="ko-KR" altLang="en-US" sz="1800" dirty="0" err="1"/>
              <a:t>브랜치를</a:t>
            </a:r>
            <a:r>
              <a:rPr lang="ko-KR" altLang="en-US" sz="1800" dirty="0"/>
              <a:t> 병합하는 것에 대해선 어느정도 익숙해진 것 같아 좋지만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커밋을</a:t>
            </a:r>
            <a:r>
              <a:rPr lang="ko-KR" altLang="en-US" sz="1800" dirty="0"/>
              <a:t> 취소하고 충돌을 해결하는 것 등 할 것이 아직 많이 남은 것 같다</a:t>
            </a:r>
            <a:r>
              <a:rPr lang="en-US" altLang="ko-KR" sz="1800" dirty="0"/>
              <a:t>. </a:t>
            </a:r>
            <a:r>
              <a:rPr lang="ko-KR" altLang="en-US" sz="1800" dirty="0"/>
              <a:t>앞으로는 개인적으로 공부해가면서 </a:t>
            </a:r>
            <a:r>
              <a:rPr lang="ko-KR" altLang="en-US" sz="1800" dirty="0" err="1"/>
              <a:t>익혀나가야</a:t>
            </a:r>
            <a:r>
              <a:rPr lang="ko-KR" altLang="en-US" sz="1800" dirty="0"/>
              <a:t> </a:t>
            </a:r>
            <a:r>
              <a:rPr lang="ko-KR" altLang="en-US" sz="1800" dirty="0" err="1"/>
              <a:t>겠다고</a:t>
            </a:r>
            <a:r>
              <a:rPr lang="ko-KR" altLang="en-US" sz="1800" dirty="0"/>
              <a:t> 생각했다</a:t>
            </a:r>
            <a:r>
              <a:rPr lang="en-US" altLang="ko-KR" sz="1800" dirty="0"/>
              <a:t>. </a:t>
            </a:r>
            <a:r>
              <a:rPr lang="ko-KR" altLang="en-US" sz="1800" dirty="0"/>
              <a:t>무엇보다 </a:t>
            </a:r>
            <a:r>
              <a:rPr lang="en-US" altLang="ko-KR" sz="1800" dirty="0"/>
              <a:t>git</a:t>
            </a:r>
            <a:r>
              <a:rPr lang="ko-KR" altLang="en-US" sz="1800" dirty="0"/>
              <a:t>은 실제로 많이 사용해야 느는 것 같다</a:t>
            </a:r>
            <a:r>
              <a:rPr lang="en-US" altLang="ko-KR" sz="1800" dirty="0"/>
              <a:t>. </a:t>
            </a:r>
            <a:r>
              <a:rPr lang="ko-KR" altLang="en-US" sz="1800" dirty="0"/>
              <a:t>개인적으로 프로젝트를 진행하면서 </a:t>
            </a:r>
            <a:r>
              <a:rPr lang="en-US" altLang="ko-KR" sz="1800" dirty="0"/>
              <a:t>git</a:t>
            </a:r>
            <a:r>
              <a:rPr lang="ko-KR" altLang="en-US" sz="1800" dirty="0"/>
              <a:t>에 익숙해질 수 있도록 꾸준히 </a:t>
            </a:r>
            <a:r>
              <a:rPr lang="ko-KR" altLang="en-US" sz="1800" dirty="0" err="1"/>
              <a:t>노력해야겠다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시간이 더 있었다면 </a:t>
            </a:r>
            <a:r>
              <a:rPr lang="en-US" altLang="ko-KR" sz="1800" dirty="0"/>
              <a:t>git</a:t>
            </a:r>
            <a:r>
              <a:rPr lang="ko-KR" altLang="en-US" sz="1800" dirty="0"/>
              <a:t>의 다른 영역의 내용도 로드맵에 추가할 수 있었을 텐데 그러지 못해 아쉽다</a:t>
            </a:r>
            <a:r>
              <a:rPr lang="en-US" altLang="ko-KR" sz="1800" dirty="0"/>
              <a:t>. </a:t>
            </a:r>
            <a:r>
              <a:rPr lang="ko-KR" altLang="en-US" sz="1800" dirty="0"/>
              <a:t>기회가 있다면 내용을 더 추가하고 싶다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3368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1078</Words>
  <Application>Microsoft Office PowerPoint</Application>
  <PresentationFormat>와이드스크린</PresentationFormat>
  <Paragraphs>58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Convention 문서화</vt:lpstr>
      <vt:lpstr>PowerPoint 프레젠테이션</vt:lpstr>
      <vt:lpstr>Convention 문서화</vt:lpstr>
      <vt:lpstr>Branches</vt:lpstr>
      <vt:lpstr>PowerPoint 프레젠테이션</vt:lpstr>
      <vt:lpstr>README.md 수정</vt:lpstr>
      <vt:lpstr>README.md 수정</vt:lpstr>
      <vt:lpstr>겪었던 문제들</vt:lpstr>
      <vt:lpstr>느낀 점</vt:lpstr>
      <vt:lpstr>아쉬운 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오지우</dc:creator>
  <cp:lastModifiedBy>오지우</cp:lastModifiedBy>
  <cp:revision>5</cp:revision>
  <dcterms:created xsi:type="dcterms:W3CDTF">2021-09-05T11:36:41Z</dcterms:created>
  <dcterms:modified xsi:type="dcterms:W3CDTF">2021-09-05T13:52:24Z</dcterms:modified>
</cp:coreProperties>
</file>