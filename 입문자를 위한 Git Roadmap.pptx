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2F7CB-6207-46A8-AE3E-2AC07EF6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8CAD7A-4924-4B13-A574-C50B4DD60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FD240-CFA8-498B-96EC-69AFFB2C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96C7E5-B0FC-47CF-8DB8-AA75C96E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F0950-7F89-4D37-8941-C48CD196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95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D0860-CABC-4A36-888F-F9E44284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F6308-358C-45EF-A26A-4875245D1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726BC-1E7B-4A10-A5B3-17E3EBB1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035BB3-910F-41EA-8043-B08E9F04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2FDD0F-6087-4F34-AA0D-9A199F53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52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FFDFB-AA2A-4211-B570-8EC4C8A7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C39E99-1F11-482A-8965-CF07F267B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208F7D-ADC6-4959-9882-4A074AA2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70E202-ABC1-4A03-84B0-9DF452C9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280EA-4723-4292-8EF8-25EAF55A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5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48022-3DDF-4F55-AC88-5C439B41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A944F-9814-4A51-876C-492951854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D8EF57-7ECD-4B7C-9113-7131A176F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F7C058-0FA1-47B3-B0B6-CA0CD22C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172252-D95A-4369-9FE6-94C9F140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B3D704-06AF-473F-A7E9-A9494B4F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04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109D8-AA88-4055-9D2B-D1BB7980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12E52A-1C86-4321-AE2D-6B55C6B26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EA845-2056-4ABF-93BB-9B4F8A364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313DE6-9E91-4295-82D7-AE9485A2A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FB3DE5-D9F3-4DE9-8FE6-2E6890398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F389F9-B6CE-433A-8256-4F956DDF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AB259-6D93-4807-9648-63D2ED9C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466D0E-E97C-44FC-B688-C5D60863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6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3524B-735F-43CA-A2FD-BA88C41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E3F1ED-D9C7-44C4-8A88-060A22A8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355B68-172E-4A70-966F-7AD1E647F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2D25CF-4611-46EA-8D33-33A5F8E4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51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ED735-AFC0-4785-A2F8-7B3EB22A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FC1AC4-6FE6-4F9B-8D4E-6DC8B93A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DEB161-D0BA-4575-9178-87F43E64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67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71549-4B0C-4AC4-9CA7-03D800671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7D486F-E8AB-4A94-BF41-19035243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88EF67-1228-4691-A3E5-C577655BC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E9F411-D3A3-4FCE-B330-8AB22713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AED6B8-51AF-4121-9922-3CA30955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A3285-89B6-4E2E-A1B5-31436D5D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69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4574F-B115-4CA6-81C1-7394DD28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03891F-04AE-40FB-ABBE-661E96C96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B13691-CC40-4CE6-BD37-23129EAE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8752D6-61AC-4677-AFA6-2924F012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29B535-D240-40EA-BD71-D1A1E7A9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522728-6B0F-4F19-BFFF-CF9C207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50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73A34-5E4E-45BC-BB8C-B0EC3287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7D6E76-C454-44B4-B4F8-A6C94C13F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82F13-5C5C-4257-A426-B790B1A73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D3D8A-2EF1-4AEB-B9FC-93A3547C2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9A5E1-5B03-4D54-92B8-90316896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81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7F7683-816F-456F-9302-B81C7BC67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469F8D-1FBC-4495-BFAC-B582340F3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9E623-CFE5-45A2-8BAF-FF8275BD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A5CA1-DFAF-4B5C-BF47-91E7C2DD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F0F477-B308-4921-B826-BC37F20E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86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AF591A-C8CC-4A7B-B62A-69E80060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803E05-06A4-4F8E-A08E-7FA0D4F0A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6281F-479F-4CBE-B5A3-0C6EC0A6B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AD52D-CE8B-497A-BE10-F3A4DDBA00C3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E7B1E7-9BB6-4CB1-820A-46FE825E9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DE9F35-9825-4122-88EF-EEB060C97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0D864-94CF-4074-A69E-B49127A46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7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0BC260-2040-4316-834E-D9985376D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ko-KR" altLang="en-US" sz="6600"/>
              <a:t>입문자를 위한 </a:t>
            </a:r>
            <a:r>
              <a:rPr lang="en-US" altLang="ko-KR" sz="6600"/>
              <a:t>Git Roadmap</a:t>
            </a:r>
            <a:endParaRPr lang="ko-KR" altLang="en-US" sz="66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C2E2BD-16DC-4496-8D04-532AFDB0D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6</a:t>
            </a:r>
            <a:r>
              <a:rPr lang="ko-KR" altLang="en-US" dirty="0"/>
              <a:t>조 임상우 오지우 </a:t>
            </a:r>
            <a:r>
              <a:rPr lang="ko-KR" altLang="en-US" dirty="0" err="1"/>
              <a:t>백지홍</a:t>
            </a:r>
            <a:endParaRPr lang="ko-KR" alt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33C9E591-6C26-4344-BD70-08088DD94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8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8A4CBFA-D6B4-4515-A6EC-4EFEB384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417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10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입문자를 위한 Git Roadmap</vt:lpstr>
      <vt:lpstr>Contents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입문자를 위한 Git Roadmap</dc:title>
  <dc:creator>Baek Hajun</dc:creator>
  <cp:lastModifiedBy>Baek Hajun</cp:lastModifiedBy>
  <cp:revision>1</cp:revision>
  <dcterms:created xsi:type="dcterms:W3CDTF">2021-09-05T06:56:46Z</dcterms:created>
  <dcterms:modified xsi:type="dcterms:W3CDTF">2021-09-05T14:47:36Z</dcterms:modified>
</cp:coreProperties>
</file>