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sldIdLst>
    <p:sldId id="262" r:id="rId2"/>
    <p:sldId id="263" r:id="rId3"/>
    <p:sldId id="256" r:id="rId4"/>
    <p:sldId id="257" r:id="rId5"/>
    <p:sldId id="258" r:id="rId6"/>
    <p:sldId id="259" r:id="rId7"/>
    <p:sldId id="260" r:id="rId8"/>
    <p:sldId id="261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>
    <p:restoredLeft sz="12579"/>
    <p:restoredTop sz="90000"/>
  </p:normalViewPr>
  <p:slideViewPr>
    <p:cSldViewPr snapToObjects="1">
      <p:cViewPr varScale="1">
        <p:scale>
          <a:sx n="77" d="100"/>
          <a:sy n="77" d="100"/>
        </p:scale>
        <p:origin x="1022" y="62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ek Hajun" userId="0ccd1cb25960c882" providerId="LiveId" clId="{016200A4-D282-4F23-AC64-A7D6F57B5BA1}"/>
    <pc:docChg chg="modSld sldOrd">
      <pc:chgData name="Baek Hajun" userId="0ccd1cb25960c882" providerId="LiveId" clId="{016200A4-D282-4F23-AC64-A7D6F57B5BA1}" dt="2021-09-05T09:58:15.249" v="12"/>
      <pc:docMkLst>
        <pc:docMk/>
      </pc:docMkLst>
      <pc:sldChg chg="modSp mod">
        <pc:chgData name="Baek Hajun" userId="0ccd1cb25960c882" providerId="LiveId" clId="{016200A4-D282-4F23-AC64-A7D6F57B5BA1}" dt="2021-09-05T09:54:52.243" v="8" actId="1076"/>
        <pc:sldMkLst>
          <pc:docMk/>
          <pc:sldMk cId="0" sldId="261"/>
        </pc:sldMkLst>
        <pc:picChg chg="mod">
          <ac:chgData name="Baek Hajun" userId="0ccd1cb25960c882" providerId="LiveId" clId="{016200A4-D282-4F23-AC64-A7D6F57B5BA1}" dt="2021-09-05T09:54:52.243" v="8" actId="1076"/>
          <ac:picMkLst>
            <pc:docMk/>
            <pc:sldMk cId="0" sldId="261"/>
            <ac:picMk id="4" creationId="{00000000-0000-0000-0000-000000000000}"/>
          </ac:picMkLst>
        </pc:picChg>
      </pc:sldChg>
      <pc:sldChg chg="ord">
        <pc:chgData name="Baek Hajun" userId="0ccd1cb25960c882" providerId="LiveId" clId="{016200A4-D282-4F23-AC64-A7D6F57B5BA1}" dt="2021-09-05T09:58:01.056" v="10"/>
        <pc:sldMkLst>
          <pc:docMk/>
          <pc:sldMk cId="0" sldId="262"/>
        </pc:sldMkLst>
      </pc:sldChg>
      <pc:sldChg chg="ord">
        <pc:chgData name="Baek Hajun" userId="0ccd1cb25960c882" providerId="LiveId" clId="{016200A4-D282-4F23-AC64-A7D6F57B5BA1}" dt="2021-09-05T09:58:15.249" v="12"/>
        <pc:sldMkLst>
          <pc:docMk/>
          <pc:sldMk cId="0" sldId="263"/>
        </pc:sldMkLst>
      </pc:sldChg>
      <pc:sldChg chg="modSp mod">
        <pc:chgData name="Baek Hajun" userId="0ccd1cb25960c882" providerId="LiveId" clId="{016200A4-D282-4F23-AC64-A7D6F57B5BA1}" dt="2021-09-05T09:52:19.854" v="6" actId="20577"/>
        <pc:sldMkLst>
          <pc:docMk/>
          <pc:sldMk cId="0" sldId="264"/>
        </pc:sldMkLst>
        <pc:spChg chg="mod">
          <ac:chgData name="Baek Hajun" userId="0ccd1cb25960c882" providerId="LiveId" clId="{016200A4-D282-4F23-AC64-A7D6F57B5BA1}" dt="2021-09-05T09:52:19.854" v="6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Baek Hajun" userId="0ccd1cb25960c882" providerId="LiveId" clId="{016200A4-D282-4F23-AC64-A7D6F57B5BA1}" dt="2021-09-05T09:51:57.317" v="5" actId="20577"/>
        <pc:sldMkLst>
          <pc:docMk/>
          <pc:sldMk cId="0" sldId="266"/>
        </pc:sldMkLst>
        <pc:spChg chg="mod">
          <ac:chgData name="Baek Hajun" userId="0ccd1cb25960c882" providerId="LiveId" clId="{016200A4-D282-4F23-AC64-A7D6F57B5BA1}" dt="2021-09-05T09:51:57.317" v="5" actId="20577"/>
          <ac:spMkLst>
            <pc:docMk/>
            <pc:sldMk cId="0" sldId="26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2021-09-05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2021-09-05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2021-09-05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2021-09-05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2021-09-05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2021-09-05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2021-09-05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2021-09-05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2021-09-05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2021-09-05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2021-09-05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2021-09-05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2021-09-05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eb-Skills-06/web-skills/blob/main/CONTRIBUTING(korean).md" TargetMode="External"/><Relationship Id="rId2" Type="http://schemas.openxmlformats.org/officeDocument/2006/relationships/hyperlink" Target="https://github.com/Web-Skills-06/web-skills/blob/main/CONTRIBUTING.md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기여방법 문서화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hlinkClick r:id="rId2"/>
              </a:rPr>
              <a:t>contributing.md</a:t>
            </a:r>
            <a:r>
              <a:rPr lang="ko-KR" altLang="en-US" dirty="0">
                <a:hlinkClick r:id="rId2"/>
              </a:rPr>
              <a:t> </a:t>
            </a:r>
            <a:endParaRPr lang="ko-KR" altLang="en-US" dirty="0"/>
          </a:p>
          <a:p>
            <a:pPr>
              <a:defRPr/>
            </a:pPr>
            <a:r>
              <a:rPr lang="en-US" altLang="ko-KR" dirty="0">
                <a:hlinkClick r:id="rId3"/>
              </a:rPr>
              <a:t>contributing(</a:t>
            </a:r>
            <a:r>
              <a:rPr lang="en-US" altLang="ko-KR" dirty="0" err="1">
                <a:hlinkClick r:id="rId3"/>
              </a:rPr>
              <a:t>korean</a:t>
            </a:r>
            <a:r>
              <a:rPr lang="en-US" altLang="ko-KR" dirty="0">
                <a:hlinkClick r:id="rId3"/>
              </a:rPr>
              <a:t>).md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기여방법은 우리 조가 기여한 방법을 순서대로 설명했고</a:t>
            </a:r>
            <a:r>
              <a:rPr lang="en-US" altLang="ko-KR" dirty="0"/>
              <a:t>,</a:t>
            </a:r>
            <a:r>
              <a:rPr lang="ko-KR" altLang="en-US" dirty="0"/>
              <a:t> 우리 조가 기여한 방법 외에도 정리해 놓았다</a:t>
            </a:r>
            <a:r>
              <a:rPr lang="en-US" altLang="ko-KR" dirty="0"/>
              <a:t>.</a:t>
            </a:r>
          </a:p>
          <a:p>
            <a:pPr>
              <a:defRPr/>
            </a:pPr>
            <a:r>
              <a:rPr lang="ko-KR" altLang="en-US" dirty="0"/>
              <a:t>처음엔 한국어로 작성했는데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github</a:t>
            </a:r>
            <a:r>
              <a:rPr lang="ko-KR" altLang="en-US" dirty="0"/>
              <a:t>사이트 이용자들이 대부분 영어를 공통어로 사용하기때문에 </a:t>
            </a:r>
          </a:p>
          <a:p>
            <a:pPr>
              <a:defRPr/>
            </a:pPr>
            <a:r>
              <a:rPr lang="ko-KR" altLang="en-US" dirty="0"/>
              <a:t>영어 버전도 만들어봤다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논의</a:t>
            </a:r>
          </a:p>
        </p:txBody>
      </p:sp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335280" y="1417638"/>
            <a:ext cx="4023080" cy="226298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252169" y="696356"/>
            <a:ext cx="3330228" cy="5685012"/>
          </a:xfrm>
          <a:prstGeom prst="rect">
            <a:avLst/>
          </a:prstGeom>
        </p:spPr>
      </p:pic>
      <p:sp>
        <p:nvSpPr>
          <p:cNvPr id="5" name="제목 1"/>
          <p:cNvSpPr/>
          <p:nvPr/>
        </p:nvSpPr>
        <p:spPr>
          <a:xfrm>
            <a:off x="-1536954" y="4518279"/>
            <a:ext cx="10972798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 fontScale="92500" lnSpcReduction="20000"/>
          </a:bodyPr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4400" b="0" i="0" u="none" strike="noStrike" kern="1200" cap="none" spc="0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zoom</a:t>
            </a:r>
            <a:r>
              <a:rPr kumimoji="0" lang="ko-KR" altLang="en-US" sz="4400" b="0" i="0" u="none" strike="noStrike" kern="1200" cap="none" spc="0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사진 지홍님이 활용하셔도 좋을거 같습니다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07289" y="0"/>
            <a:ext cx="10363198" cy="1470025"/>
          </a:xfrm>
        </p:spPr>
        <p:txBody>
          <a:bodyPr/>
          <a:lstStyle/>
          <a:p>
            <a:pPr>
              <a:defRPr/>
            </a:pPr>
            <a:r>
              <a:rPr lang="ko-KR" altLang="en-US"/>
              <a:t>웹사이트 기능</a:t>
            </a:r>
            <a:r>
              <a:rPr lang="en-US" altLang="ko-KR"/>
              <a:t>-</a:t>
            </a:r>
            <a:r>
              <a:rPr lang="ko-KR" altLang="en-US"/>
              <a:t>색상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46024" y="1098055"/>
            <a:ext cx="9805794" cy="4661889"/>
          </a:xfrm>
          <a:prstGeom prst="rect">
            <a:avLst/>
          </a:prstGeom>
        </p:spPr>
      </p:pic>
      <p:sp>
        <p:nvSpPr>
          <p:cNvPr id="7" name="부제목 2"/>
          <p:cNvSpPr>
            <a:spLocks noGrp="1"/>
          </p:cNvSpPr>
          <p:nvPr>
            <p:ph type="subTitle" idx="1"/>
          </p:nvPr>
        </p:nvSpPr>
        <p:spPr>
          <a:xfrm>
            <a:off x="946024" y="5105400"/>
            <a:ext cx="8534399" cy="1752600"/>
          </a:xfrm>
        </p:spPr>
        <p:txBody>
          <a:bodyPr vert="horz" lIns="91440" tIns="45720" rIns="91440" bIns="45720">
            <a:noAutofit/>
          </a:bodyPr>
          <a:lstStyle/>
          <a:p>
            <a:pPr>
              <a:defRPr/>
            </a:pPr>
            <a:r>
              <a:rPr lang="ko-KR" altLang="en-US" sz="1700">
                <a:solidFill>
                  <a:schemeClr val="tx1"/>
                </a:solidFill>
              </a:rPr>
              <a:t> 우리가 참여한 오픈소스 프로젝트도 </a:t>
            </a:r>
            <a:r>
              <a:rPr lang="en-US" altLang="ko-KR" sz="1700">
                <a:solidFill>
                  <a:schemeClr val="tx1"/>
                </a:solidFill>
              </a:rPr>
              <a:t>github</a:t>
            </a:r>
            <a:r>
              <a:rPr lang="ko-KR" altLang="en-US" sz="1700">
                <a:solidFill>
                  <a:schemeClr val="tx1"/>
                </a:solidFill>
              </a:rPr>
              <a:t>를 사용하고</a:t>
            </a:r>
            <a:r>
              <a:rPr lang="en-US" altLang="ko-KR" sz="1700">
                <a:solidFill>
                  <a:schemeClr val="tx1"/>
                </a:solidFill>
              </a:rPr>
              <a:t>,</a:t>
            </a:r>
            <a:r>
              <a:rPr lang="ko-KR" altLang="en-US" sz="1700">
                <a:solidFill>
                  <a:schemeClr val="tx1"/>
                </a:solidFill>
              </a:rPr>
              <a:t> </a:t>
            </a:r>
            <a:r>
              <a:rPr lang="en-US" altLang="ko-KR" sz="1700">
                <a:solidFill>
                  <a:schemeClr val="tx1"/>
                </a:solidFill>
              </a:rPr>
              <a:t>git</a:t>
            </a:r>
            <a:r>
              <a:rPr lang="ko-KR" altLang="en-US" sz="1700">
                <a:solidFill>
                  <a:schemeClr val="tx1"/>
                </a:solidFill>
              </a:rPr>
              <a:t>활용 웹사이트중 </a:t>
            </a:r>
            <a:r>
              <a:rPr lang="en-US" altLang="ko-KR" sz="1700">
                <a:solidFill>
                  <a:schemeClr val="tx1"/>
                </a:solidFill>
              </a:rPr>
              <a:t>github</a:t>
            </a:r>
            <a:r>
              <a:rPr lang="ko-KR" altLang="en-US" sz="1700">
                <a:solidFill>
                  <a:schemeClr val="tx1"/>
                </a:solidFill>
              </a:rPr>
              <a:t>가 가장 유명하고 이용자 수도 많다</a:t>
            </a:r>
            <a:r>
              <a:rPr lang="en-US" altLang="ko-KR" sz="1700">
                <a:solidFill>
                  <a:schemeClr val="tx1"/>
                </a:solidFill>
              </a:rPr>
              <a:t>.</a:t>
            </a:r>
          </a:p>
          <a:p>
            <a:pPr>
              <a:defRPr/>
            </a:pPr>
            <a:r>
              <a:rPr lang="ko-KR" altLang="en-US" sz="1700">
                <a:solidFill>
                  <a:schemeClr val="tx1"/>
                </a:solidFill>
              </a:rPr>
              <a:t>우리조는 </a:t>
            </a:r>
            <a:r>
              <a:rPr lang="en-US" altLang="ko-KR" sz="1700">
                <a:solidFill>
                  <a:schemeClr val="tx1"/>
                </a:solidFill>
              </a:rPr>
              <a:t>git roadmap</a:t>
            </a:r>
            <a:r>
              <a:rPr lang="ko-KR" altLang="en-US" sz="1700">
                <a:solidFill>
                  <a:schemeClr val="tx1"/>
                </a:solidFill>
              </a:rPr>
              <a:t>웹사이트를 만들기 때문에</a:t>
            </a:r>
          </a:p>
          <a:p>
            <a:pPr>
              <a:defRPr/>
            </a:pPr>
            <a:r>
              <a:rPr lang="en-US" altLang="ko-KR" sz="1700">
                <a:solidFill>
                  <a:schemeClr val="tx1"/>
                </a:solidFill>
              </a:rPr>
              <a:t>github</a:t>
            </a:r>
            <a:r>
              <a:rPr lang="ko-KR" altLang="en-US" sz="1700">
                <a:solidFill>
                  <a:schemeClr val="tx1"/>
                </a:solidFill>
              </a:rPr>
              <a:t>가 가지는 의미가 크다고 생각했다</a:t>
            </a:r>
            <a:endParaRPr lang="en-US" altLang="ko-KR" sz="1700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 sz="1700">
                <a:solidFill>
                  <a:schemeClr val="tx1"/>
                </a:solidFill>
              </a:rPr>
              <a:t>그래서 웹사이트의 색상</a:t>
            </a:r>
            <a:r>
              <a:rPr lang="en-US" altLang="ko-KR" sz="1700">
                <a:solidFill>
                  <a:schemeClr val="tx1"/>
                </a:solidFill>
              </a:rPr>
              <a:t>(white, gray, black)</a:t>
            </a:r>
            <a:r>
              <a:rPr lang="ko-KR" altLang="en-US" sz="1700">
                <a:solidFill>
                  <a:schemeClr val="tx1"/>
                </a:solidFill>
              </a:rPr>
              <a:t>을 </a:t>
            </a:r>
            <a:r>
              <a:rPr lang="en-US" altLang="ko-KR" sz="1700">
                <a:solidFill>
                  <a:schemeClr val="tx1"/>
                </a:solidFill>
              </a:rPr>
              <a:t>github</a:t>
            </a:r>
            <a:r>
              <a:rPr lang="ko-KR" altLang="en-US" sz="1700">
                <a:solidFill>
                  <a:schemeClr val="tx1"/>
                </a:solidFill>
              </a:rPr>
              <a:t> 메인페이지와 비슷하게 꾸며보았</a:t>
            </a:r>
            <a:r>
              <a:rPr lang="ko-KR" altLang="en-US" sz="1700"/>
              <a:t>다</a:t>
            </a:r>
            <a:r>
              <a:rPr lang="en-US" altLang="ko-KR" sz="170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비교</a:t>
            </a:r>
          </a:p>
        </p:txBody>
      </p:sp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7608189" y="2383529"/>
            <a:ext cx="4248531" cy="340350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2492883"/>
            <a:ext cx="4871847" cy="3294149"/>
          </a:xfrm>
          <a:prstGeom prst="rect">
            <a:avLst/>
          </a:prstGeom>
        </p:spPr>
      </p:pic>
      <p:sp>
        <p:nvSpPr>
          <p:cNvPr id="5" name="화살표: 오른쪽 4"/>
          <p:cNvSpPr/>
          <p:nvPr/>
        </p:nvSpPr>
        <p:spPr>
          <a:xfrm>
            <a:off x="5879973" y="3650903"/>
            <a:ext cx="720090" cy="434377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link-visited</a:t>
            </a:r>
            <a:r>
              <a:rPr lang="ko-KR" altLang="en-US"/>
              <a:t> 색상 변경</a:t>
            </a:r>
          </a:p>
        </p:txBody>
      </p:sp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609599" y="1920109"/>
            <a:ext cx="4557155" cy="2850127"/>
          </a:xfrm>
          <a:prstGeom prst="rect">
            <a:avLst/>
          </a:prstGeom>
        </p:spPr>
      </p:pic>
      <p:sp>
        <p:nvSpPr>
          <p:cNvPr id="4" name="화살표: 오른쪽 3"/>
          <p:cNvSpPr/>
          <p:nvPr/>
        </p:nvSpPr>
        <p:spPr>
          <a:xfrm>
            <a:off x="5735955" y="3429000"/>
            <a:ext cx="720090" cy="434377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제목 1"/>
          <p:cNvSpPr/>
          <p:nvPr/>
        </p:nvSpPr>
        <p:spPr>
          <a:xfrm>
            <a:off x="249555" y="5229225"/>
            <a:ext cx="10972798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 fontScale="62500" lnSpcReduction="20000"/>
          </a:bodyPr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4400" b="0" i="0" u="none" strike="noStrike" kern="1200" cap="none" spc="0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방문한 </a:t>
            </a:r>
            <a:r>
              <a:rPr kumimoji="0" lang="en-US" altLang="ko-KR" sz="4400" b="0" i="0" u="none" strike="noStrike" kern="1200" cap="none" spc="0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url</a:t>
            </a:r>
            <a:r>
              <a:rPr kumimoji="0" lang="ko-KR" altLang="en-US" sz="4400" b="0" i="0" u="none" strike="noStrike" kern="1200" cap="none" spc="0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의 색깔을 파란색 </a:t>
            </a:r>
            <a:r>
              <a:rPr kumimoji="0" lang="en-US" altLang="ko-KR" sz="4400" b="0" i="0" u="none" strike="noStrike" kern="1200" cap="none" spc="0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-&gt;</a:t>
            </a:r>
            <a:r>
              <a:rPr kumimoji="0" lang="ko-KR" altLang="en-US" sz="4400" b="0" i="0" u="none" strike="noStrike" kern="1200" cap="none" spc="0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보라색으로 변경했다</a:t>
            </a:r>
            <a:r>
              <a:rPr kumimoji="0" lang="en-US" altLang="ko-KR" sz="4400" b="0" i="0" u="none" strike="noStrike" kern="1200" cap="none" spc="0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</a:t>
            </a:r>
            <a:r>
              <a:rPr kumimoji="0" lang="ko-KR" altLang="en-US" sz="4400" b="0" i="0" u="none" strike="noStrike" kern="1200" cap="none" spc="0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4400" b="0" i="0" u="none" strike="noStrike" kern="1200" cap="none" spc="0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원작자는 방문한 </a:t>
            </a:r>
            <a:r>
              <a:rPr kumimoji="0" lang="en-US" altLang="ko-KR" sz="4400" b="0" i="0" u="none" strike="noStrike" kern="1200" cap="none" spc="0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url</a:t>
            </a:r>
            <a:r>
              <a:rPr kumimoji="0" lang="ko-KR" altLang="en-US" sz="4400" b="0" i="0" u="none" strike="noStrike" kern="1200" cap="none" spc="0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과 방문하지 않은 </a:t>
            </a:r>
            <a:r>
              <a:rPr kumimoji="0" lang="en-US" altLang="ko-KR" sz="4400" b="0" i="0" u="none" strike="noStrike" kern="1200" cap="none" spc="0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url</a:t>
            </a:r>
            <a:r>
              <a:rPr kumimoji="0" lang="ko-KR" altLang="en-US" sz="4400" b="0" i="0" u="none" strike="noStrike" kern="1200" cap="none" spc="0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의 색깔이 둘다 파란색이라 구별이 잘 안되어 수정하게 되었다</a:t>
            </a:r>
            <a:r>
              <a:rPr kumimoji="0" lang="en-US" altLang="ko-KR" sz="4400" b="0" i="0" u="none" strike="noStrike" kern="1200" cap="none" spc="0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</a:t>
            </a: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4400" b="0" i="0" u="none" strike="noStrike" kern="1200" cap="none" spc="0" normalizeH="0" baseline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800799" y="1920109"/>
            <a:ext cx="4983912" cy="30177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헤더부분 변경</a:t>
            </a:r>
          </a:p>
        </p:txBody>
      </p:sp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1055370" y="2132838"/>
            <a:ext cx="2598645" cy="434377"/>
          </a:xfrm>
          <a:prstGeom prst="rect">
            <a:avLst/>
          </a:prstGeom>
        </p:spPr>
      </p:pic>
      <p:sp>
        <p:nvSpPr>
          <p:cNvPr id="4" name="화살표: 오른쪽 3"/>
          <p:cNvSpPr/>
          <p:nvPr/>
        </p:nvSpPr>
        <p:spPr>
          <a:xfrm>
            <a:off x="5879973" y="2132838"/>
            <a:ext cx="720090" cy="434377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904351" y="2132838"/>
            <a:ext cx="2328263" cy="43437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78201" y="2776874"/>
            <a:ext cx="5701771" cy="358606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956606" y="2702843"/>
            <a:ext cx="5235393" cy="3734123"/>
          </a:xfrm>
          <a:prstGeom prst="rect">
            <a:avLst/>
          </a:prstGeom>
        </p:spPr>
      </p:pic>
      <p:sp>
        <p:nvSpPr>
          <p:cNvPr id="8" name="화살표: 오른쪽 7"/>
          <p:cNvSpPr/>
          <p:nvPr/>
        </p:nvSpPr>
        <p:spPr>
          <a:xfrm>
            <a:off x="6096000" y="4002748"/>
            <a:ext cx="720090" cy="434377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제목 1"/>
          <p:cNvSpPr/>
          <p:nvPr/>
        </p:nvSpPr>
        <p:spPr>
          <a:xfrm>
            <a:off x="753619" y="989838"/>
            <a:ext cx="10972798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100" b="0" i="0" u="none" strike="noStrike" kern="1200" cap="none" spc="0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아래는 클릭 시 나오는 화면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1" y="232028"/>
            <a:ext cx="10972798" cy="298094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ko-KR" altLang="en-US"/>
              <a:t>우리가 </a:t>
            </a:r>
            <a:r>
              <a:rPr lang="en-US" altLang="ko-KR"/>
              <a:t>clone</a:t>
            </a:r>
            <a:r>
              <a:rPr lang="ko-KR" altLang="en-US"/>
              <a:t>한 페이지에는 </a:t>
            </a:r>
            <a:r>
              <a:rPr lang="en-US" altLang="ko-KR"/>
              <a:t>open help</a:t>
            </a:r>
            <a:r>
              <a:rPr lang="ko-KR" altLang="en-US"/>
              <a:t>기능이 있었는데</a:t>
            </a:r>
          </a:p>
          <a:p>
            <a:pPr marL="0" indent="0">
              <a:buNone/>
              <a:defRPr/>
            </a:pPr>
            <a:r>
              <a:rPr lang="ko-KR" altLang="en-US"/>
              <a:t>그 아이콘을 클릭하면 </a:t>
            </a:r>
            <a:r>
              <a:rPr lang="en-US" altLang="ko-KR"/>
              <a:t>web skill</a:t>
            </a:r>
            <a:r>
              <a:rPr lang="ko-KR" altLang="en-US"/>
              <a:t>의 내용이 간략하게 정리된 화면이 떴다</a:t>
            </a:r>
            <a:r>
              <a:rPr lang="en-US" altLang="ko-KR"/>
              <a:t>.</a:t>
            </a:r>
          </a:p>
          <a:p>
            <a:pPr marL="0" indent="0">
              <a:buNone/>
              <a:defRPr/>
            </a:pPr>
            <a:r>
              <a:rPr lang="ko-KR" altLang="en-US"/>
              <a:t>우리에겐 이 기능이 필요하지 않다고 생각해 </a:t>
            </a:r>
          </a:p>
          <a:p>
            <a:pPr marL="0" indent="0">
              <a:buNone/>
              <a:defRPr/>
            </a:pPr>
            <a:r>
              <a:rPr lang="en-US" altLang="ko-KR"/>
              <a:t>git roadmap</a:t>
            </a:r>
            <a:r>
              <a:rPr lang="ko-KR" altLang="en-US"/>
              <a:t>에 어울리게 변경을 해보았다</a:t>
            </a:r>
            <a:r>
              <a:rPr lang="en-US" altLang="ko-KR"/>
              <a:t>.</a:t>
            </a:r>
          </a:p>
          <a:p>
            <a:pPr marL="0" indent="0">
              <a:buNone/>
              <a:defRPr/>
            </a:pPr>
            <a:endParaRPr lang="en-US" altLang="ko-KR"/>
          </a:p>
          <a:p>
            <a:pPr>
              <a:defRPr/>
            </a:pPr>
            <a:endParaRPr lang="ko-KR" altLang="en-US"/>
          </a:p>
          <a:p>
            <a:pPr>
              <a:defRPr/>
            </a:pPr>
            <a:endParaRPr lang="en-US" altLang="ko-KR"/>
          </a:p>
        </p:txBody>
      </p:sp>
      <p:sp>
        <p:nvSpPr>
          <p:cNvPr id="4" name="내용 개체 틀 2"/>
          <p:cNvSpPr/>
          <p:nvPr/>
        </p:nvSpPr>
        <p:spPr>
          <a:xfrm>
            <a:off x="609601" y="2980944"/>
            <a:ext cx="10972798" cy="3544443"/>
          </a:xfrm>
          <a:prstGeom prst="rect">
            <a:avLst/>
          </a:prstGeom>
        </p:spPr>
        <p:txBody>
          <a:bodyPr vert="horz" lIns="91440" tIns="45720" rIns="91440" bIns="45720">
            <a:normAutofit fontScale="92500" lnSpcReduction="10000"/>
          </a:bodyPr>
          <a:lstStyle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kumimoji="0" lang="ko-KR" altLang="en-US" sz="3200" b="0" i="0" u="none" strike="noStrike" kern="1200" cap="none" spc="0" normalizeH="0" baseline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kumimoji="0" lang="en-US" altLang="ko-KR" sz="32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</a:t>
            </a:r>
            <a:r>
              <a:rPr kumimoji="0" lang="ko-KR" altLang="en-US" sz="32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아이콘템플릿을 </a:t>
            </a:r>
            <a:r>
              <a:rPr kumimoji="0" lang="en-US" altLang="ko-KR" sz="32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openhelpIconTemplate -&gt; googleIconTemplate</a:t>
            </a:r>
            <a:r>
              <a:rPr kumimoji="0" lang="ko-KR" altLang="en-US" sz="32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으로 변경</a:t>
            </a: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kumimoji="0" lang="en-US" altLang="ko-KR" sz="3200" b="0" i="0" u="none" strike="noStrike" kern="1200" cap="none" spc="0" normalizeH="0" baseline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r>
              <a:rPr kumimoji="0" lang="en-US" altLang="ko-KR" sz="32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</a:t>
            </a:r>
            <a:r>
              <a:rPr kumimoji="0" lang="ko-KR" altLang="en-US" sz="32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아이콘 클릭시 나오는 화면의 </a:t>
            </a:r>
            <a:r>
              <a:rPr kumimoji="0" lang="en-US" altLang="ko-KR" sz="32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 git roadmap</a:t>
            </a:r>
            <a:r>
              <a:rPr kumimoji="0" lang="ko-KR" altLang="en-US" sz="32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으로 수정</a:t>
            </a: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r>
              <a:rPr kumimoji="0" lang="ko-KR" altLang="en-US" sz="32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생활코딩의 </a:t>
            </a:r>
            <a:r>
              <a:rPr kumimoji="0" lang="en-US" altLang="ko-KR" sz="32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 roadmap</a:t>
            </a:r>
            <a:r>
              <a:rPr kumimoji="0" lang="ko-KR" altLang="en-US" sz="32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ko-KR" sz="32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png</a:t>
            </a:r>
            <a:r>
              <a:rPr kumimoji="0" lang="ko-KR" altLang="en-US" sz="32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추가 및 링크 추가</a:t>
            </a: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r>
              <a:rPr kumimoji="0" lang="ko-KR" altLang="en-US" sz="32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 기능을 통해 </a:t>
            </a:r>
            <a:r>
              <a:rPr kumimoji="0" lang="en-US" altLang="ko-KR" sz="32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 roadmap</a:t>
            </a:r>
            <a:r>
              <a:rPr kumimoji="0" lang="ko-KR" altLang="en-US" sz="32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의 정보를 더 제공하고 싶었다</a:t>
            </a:r>
            <a:r>
              <a:rPr kumimoji="0" lang="en-US" altLang="ko-KR" sz="32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kumimoji="0" lang="ko-KR" altLang="en-US" sz="3200" b="0" i="0" u="none" strike="noStrike" kern="1200" cap="none" spc="0" normalizeH="0" baseline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None/>
              <a:defRPr/>
            </a:pPr>
            <a:endParaRPr kumimoji="0" lang="ko-KR" altLang="en-US" sz="3200" b="0" i="0" u="none" strike="noStrike" kern="1200" cap="none" spc="0" normalizeH="0" baseline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foundation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foundation</a:t>
            </a:r>
            <a:r>
              <a:rPr lang="ko-KR" altLang="en-US" dirty="0"/>
              <a:t>은 </a:t>
            </a:r>
            <a:r>
              <a:rPr lang="en-US" altLang="ko-KR" dirty="0" err="1"/>
              <a:t>github</a:t>
            </a:r>
            <a:r>
              <a:rPr lang="en-US" altLang="ko-KR" dirty="0"/>
              <a:t>-tutorial</a:t>
            </a:r>
            <a:r>
              <a:rPr lang="ko-KR" altLang="en-US" dirty="0"/>
              <a:t>과 </a:t>
            </a:r>
            <a:r>
              <a:rPr lang="en-US" altLang="ko-KR" dirty="0"/>
              <a:t>platform</a:t>
            </a:r>
            <a:r>
              <a:rPr lang="ko-KR" altLang="en-US" dirty="0"/>
              <a:t>의 내용을 다룬다</a:t>
            </a:r>
            <a:r>
              <a:rPr lang="en-US" altLang="ko-KR" dirty="0"/>
              <a:t>.</a:t>
            </a:r>
          </a:p>
          <a:p>
            <a:pPr>
              <a:defRPr/>
            </a:pPr>
            <a:r>
              <a:rPr lang="en-US" altLang="ko-KR" dirty="0" err="1"/>
              <a:t>github</a:t>
            </a:r>
            <a:r>
              <a:rPr lang="en-US" altLang="ko-KR" dirty="0"/>
              <a:t>-tutorial</a:t>
            </a:r>
            <a:r>
              <a:rPr lang="ko-KR" altLang="en-US" dirty="0"/>
              <a:t>은 </a:t>
            </a:r>
            <a:r>
              <a:rPr lang="en-US" altLang="ko-KR" dirty="0" err="1"/>
              <a:t>github</a:t>
            </a:r>
            <a:r>
              <a:rPr lang="ko-KR" altLang="en-US" dirty="0"/>
              <a:t>회원가입부터 시작해 </a:t>
            </a:r>
            <a:r>
              <a:rPr lang="en-US" altLang="ko-KR" dirty="0"/>
              <a:t>git </a:t>
            </a:r>
            <a:r>
              <a:rPr lang="ko-KR" altLang="en-US" dirty="0"/>
              <a:t>설치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repository</a:t>
            </a:r>
            <a:r>
              <a:rPr lang="ko-KR" altLang="en-US" dirty="0"/>
              <a:t> 생성 등 기본적인 세팅을 알려주는 부분이다</a:t>
            </a:r>
            <a:r>
              <a:rPr lang="en-US" altLang="ko-KR" dirty="0"/>
              <a:t>.</a:t>
            </a:r>
          </a:p>
          <a:p>
            <a:pPr>
              <a:defRPr/>
            </a:pPr>
            <a:endParaRPr lang="ko-KR" altLang="en-US" dirty="0"/>
          </a:p>
          <a:p>
            <a:pPr>
              <a:defRPr/>
            </a:pPr>
            <a:r>
              <a:rPr lang="ko-KR" altLang="en-US" dirty="0"/>
              <a:t>추가로 </a:t>
            </a:r>
            <a:r>
              <a:rPr lang="en-US" altLang="ko-KR" dirty="0"/>
              <a:t>git</a:t>
            </a:r>
            <a:r>
              <a:rPr lang="ko-KR" altLang="en-US" dirty="0"/>
              <a:t>을 활용한 </a:t>
            </a:r>
            <a:r>
              <a:rPr lang="en-US" altLang="ko-KR" dirty="0"/>
              <a:t>platform</a:t>
            </a:r>
            <a:r>
              <a:rPr lang="ko-KR" altLang="en-US" dirty="0"/>
              <a:t>을 설명해준다 </a:t>
            </a:r>
          </a:p>
          <a:p>
            <a:pPr>
              <a:defRPr/>
            </a:pPr>
            <a:r>
              <a:rPr lang="en-US" altLang="ko-KR" dirty="0" err="1"/>
              <a:t>github</a:t>
            </a:r>
            <a:r>
              <a:rPr lang="en-US" altLang="ko-KR" dirty="0"/>
              <a:t>, </a:t>
            </a:r>
            <a:r>
              <a:rPr lang="en-US" altLang="ko-KR" dirty="0" err="1"/>
              <a:t>gitlab</a:t>
            </a:r>
            <a:r>
              <a:rPr lang="en-US" altLang="ko-KR" dirty="0"/>
              <a:t>, bitbucket</a:t>
            </a:r>
            <a:r>
              <a:rPr lang="ko-KR" altLang="en-US" dirty="0"/>
              <a:t> 등이 있다</a:t>
            </a:r>
            <a:r>
              <a:rPr lang="en-US" altLang="ko-KR" dirty="0"/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048410" y="4077090"/>
            <a:ext cx="6604989" cy="32162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겪었던 문제들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US" altLang="ko-KR" dirty="0"/>
              <a:t>zoom</a:t>
            </a:r>
            <a:r>
              <a:rPr lang="ko-KR" altLang="en-US" dirty="0"/>
              <a:t>에 모여서 화면공유를 통해 서로 해결해주려 했고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</a:p>
          <a:p>
            <a:pPr marL="0" indent="0">
              <a:buNone/>
              <a:defRPr/>
            </a:pPr>
            <a:r>
              <a:rPr lang="ko-KR" altLang="en-US" dirty="0"/>
              <a:t>우리의 힘으로 해결하지 못하는 문제는 주로 강사님이 계신 오픈채팅이나 멘토링시간을 통해 해결함</a:t>
            </a:r>
          </a:p>
          <a:p>
            <a:pPr marL="0" indent="0">
              <a:buNone/>
              <a:defRPr/>
            </a:pPr>
            <a:endParaRPr lang="ko-KR" altLang="en-US" dirty="0"/>
          </a:p>
          <a:p>
            <a:pPr marL="0" indent="0">
              <a:buNone/>
              <a:defRPr/>
            </a:pPr>
            <a:r>
              <a:rPr lang="ko-KR" altLang="en-US" dirty="0"/>
              <a:t>겪었던 에러들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 err="1"/>
              <a:t>npm</a:t>
            </a:r>
            <a:r>
              <a:rPr lang="en-US" altLang="ko-KR" dirty="0"/>
              <a:t> run s error -&gt; </a:t>
            </a:r>
            <a:r>
              <a:rPr lang="en-US" altLang="ko-KR" dirty="0" err="1"/>
              <a:t>npm</a:t>
            </a:r>
            <a:r>
              <a:rPr lang="en-US" altLang="ko-KR" dirty="0"/>
              <a:t> install</a:t>
            </a:r>
            <a:r>
              <a:rPr lang="ko-KR" altLang="en-US" dirty="0"/>
              <a:t>로 해결</a:t>
            </a:r>
          </a:p>
          <a:p>
            <a:pPr marL="0" indent="0">
              <a:buNone/>
              <a:defRPr/>
            </a:pPr>
            <a:r>
              <a:rPr lang="ko-KR" altLang="en-US" dirty="0"/>
              <a:t>아이콘 인식 에러</a:t>
            </a:r>
            <a:r>
              <a:rPr lang="en-US" altLang="ko-KR" dirty="0"/>
              <a:t>(network</a:t>
            </a:r>
            <a:r>
              <a:rPr lang="ko-KR" altLang="en-US" dirty="0"/>
              <a:t>탭의 </a:t>
            </a:r>
            <a:r>
              <a:rPr lang="en-US" altLang="ko-KR" dirty="0"/>
              <a:t>status 404) -&gt; </a:t>
            </a:r>
            <a:r>
              <a:rPr lang="ko-KR" altLang="en-US" dirty="0"/>
              <a:t>아이콘 </a:t>
            </a:r>
            <a:r>
              <a:rPr lang="ko-KR" altLang="en-US" dirty="0" err="1"/>
              <a:t>폴더명</a:t>
            </a:r>
            <a:r>
              <a:rPr lang="ko-KR" altLang="en-US" dirty="0"/>
              <a:t> 및 파일명 소문자로 변경</a:t>
            </a:r>
          </a:p>
          <a:p>
            <a:pPr marL="0" indent="0">
              <a:buNone/>
              <a:defRPr/>
            </a:pP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각자 배운점 아쉬운점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846138"/>
            <a:ext cx="10972798" cy="5280025"/>
          </a:xfrm>
        </p:spPr>
        <p:txBody>
          <a:bodyPr/>
          <a:lstStyle/>
          <a:p>
            <a:pPr>
              <a:defRPr/>
            </a:pPr>
            <a:r>
              <a:rPr lang="ko-KR" altLang="en-US"/>
              <a:t>상우</a:t>
            </a:r>
          </a:p>
          <a:p>
            <a:pPr>
              <a:defRPr/>
            </a:pPr>
            <a:r>
              <a:rPr lang="ko-KR" altLang="en-US"/>
              <a:t>배운점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git</a:t>
            </a:r>
            <a:r>
              <a:rPr lang="ko-KR" altLang="en-US"/>
              <a:t>을 다뤄봤는데 </a:t>
            </a:r>
            <a:r>
              <a:rPr lang="en-US" altLang="ko-KR"/>
              <a:t>clone, pull, push</a:t>
            </a:r>
            <a:r>
              <a:rPr lang="ko-KR" altLang="en-US"/>
              <a:t>만 해보고</a:t>
            </a:r>
          </a:p>
          <a:p>
            <a:pPr>
              <a:defRPr/>
            </a:pPr>
            <a:r>
              <a:rPr lang="en-US" altLang="ko-KR"/>
              <a:t>branch</a:t>
            </a:r>
            <a:r>
              <a:rPr lang="ko-KR" altLang="en-US"/>
              <a:t>를 만들고 </a:t>
            </a:r>
            <a:r>
              <a:rPr lang="en-US" altLang="ko-KR"/>
              <a:t>merge</a:t>
            </a:r>
            <a:r>
              <a:rPr lang="ko-KR" altLang="en-US"/>
              <a:t>하고 </a:t>
            </a:r>
            <a:r>
              <a:rPr lang="en-US" altLang="ko-KR"/>
              <a:t>pull request</a:t>
            </a:r>
            <a:r>
              <a:rPr lang="ko-KR" altLang="en-US"/>
              <a:t>를 해본적은 없었다</a:t>
            </a:r>
            <a:r>
              <a:rPr lang="en-US" altLang="ko-KR"/>
              <a:t>.</a:t>
            </a:r>
            <a:r>
              <a:rPr lang="ko-KR" altLang="en-US"/>
              <a:t> </a:t>
            </a:r>
          </a:p>
          <a:p>
            <a:pPr>
              <a:defRPr/>
            </a:pPr>
            <a:r>
              <a:rPr lang="ko-KR" altLang="en-US"/>
              <a:t>이 프로젝트를 진행하며 </a:t>
            </a:r>
            <a:r>
              <a:rPr lang="en-US" altLang="ko-KR"/>
              <a:t>git</a:t>
            </a:r>
            <a:r>
              <a:rPr lang="ko-KR" altLang="en-US"/>
              <a:t>을 더욱 자세히 알게된 거 같고</a:t>
            </a:r>
            <a:r>
              <a:rPr lang="en-US" altLang="ko-KR"/>
              <a:t>,</a:t>
            </a:r>
            <a:r>
              <a:rPr lang="ko-KR" altLang="en-US"/>
              <a:t> </a:t>
            </a:r>
          </a:p>
          <a:p>
            <a:pPr>
              <a:defRPr/>
            </a:pPr>
            <a:r>
              <a:rPr lang="en-US" altLang="ko-KR"/>
              <a:t>convention</a:t>
            </a:r>
            <a:r>
              <a:rPr lang="ko-KR" altLang="en-US"/>
              <a:t>을 문서화하고</a:t>
            </a:r>
            <a:r>
              <a:rPr lang="en-US" altLang="ko-KR"/>
              <a:t>,</a:t>
            </a:r>
            <a:r>
              <a:rPr lang="ko-KR" altLang="en-US"/>
              <a:t> 실제로 사용하며 몰랐던 분야를 알게되어서 너무 좋았다</a:t>
            </a:r>
            <a:r>
              <a:rPr lang="en-US" altLang="ko-KR"/>
              <a:t>.</a:t>
            </a:r>
          </a:p>
          <a:p>
            <a:pPr marL="0" indent="0">
              <a:buNone/>
              <a:defRPr/>
            </a:pPr>
            <a:r>
              <a:rPr lang="ko-KR" altLang="en-US"/>
              <a:t>또한 멘토링 시간에 강사님을 통해 이 프로젝트 뿐만아니라 </a:t>
            </a:r>
          </a:p>
          <a:p>
            <a:pPr marL="0" indent="0">
              <a:buNone/>
              <a:defRPr/>
            </a:pPr>
            <a:r>
              <a:rPr lang="ko-KR" altLang="en-US"/>
              <a:t>에러를 해결하는 방법</a:t>
            </a:r>
            <a:r>
              <a:rPr lang="en-US" altLang="ko-KR"/>
              <a:t>,</a:t>
            </a:r>
            <a:r>
              <a:rPr lang="ko-KR" altLang="en-US"/>
              <a:t> 검색을 효율적으로 하는 방법을 배운 것 같다</a:t>
            </a:r>
            <a:r>
              <a:rPr lang="en-US" altLang="ko-KR"/>
              <a:t>.</a:t>
            </a:r>
            <a:r>
              <a:rPr lang="ko-KR" altLang="en-US"/>
              <a:t> 너무 의미있는 시간이었다</a:t>
            </a:r>
            <a:r>
              <a:rPr lang="en-US" altLang="ko-KR"/>
              <a:t>.</a:t>
            </a:r>
          </a:p>
          <a:p>
            <a:pPr marL="0" indent="0">
              <a:buNone/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아쉬운점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ko-KR" altLang="en-US" dirty="0"/>
              <a:t>상우</a:t>
            </a:r>
          </a:p>
          <a:p>
            <a:pPr>
              <a:defRPr/>
            </a:pPr>
            <a:r>
              <a:rPr lang="ko-KR" altLang="en-US" dirty="0"/>
              <a:t>웹페이지 내용에 </a:t>
            </a:r>
            <a:r>
              <a:rPr lang="en-US" altLang="ko-KR" dirty="0"/>
              <a:t>git error</a:t>
            </a:r>
            <a:r>
              <a:rPr lang="ko-KR" altLang="en-US" dirty="0"/>
              <a:t>에 대한 내용을 추가하고 싶었는데 시간이 부족해 채우지 못한점이 아쉬웠다</a:t>
            </a:r>
            <a:r>
              <a:rPr lang="en-US" altLang="ko-KR" dirty="0"/>
              <a:t>.</a:t>
            </a:r>
          </a:p>
          <a:p>
            <a:pPr>
              <a:defRPr/>
            </a:pPr>
            <a:r>
              <a:rPr lang="ko-KR" altLang="en-US" dirty="0"/>
              <a:t>웹사이트 색상 변경 기능을 추가하고 싶었는데 어디서부터 손을 대야 할 지 몰라 구현하지 못 한 게 아쉬웠다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409</Words>
  <Application>Microsoft Office PowerPoint</Application>
  <PresentationFormat>와이드스크린</PresentationFormat>
  <Paragraphs>55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함초롬돋움</vt:lpstr>
      <vt:lpstr>Arial</vt:lpstr>
      <vt:lpstr>한컴오피스</vt:lpstr>
      <vt:lpstr>기여방법 문서화</vt:lpstr>
      <vt:lpstr>논의</vt:lpstr>
      <vt:lpstr>웹사이트 기능-색상</vt:lpstr>
      <vt:lpstr>비교</vt:lpstr>
      <vt:lpstr>link-visited 색상 변경</vt:lpstr>
      <vt:lpstr>헤더부분 변경</vt:lpstr>
      <vt:lpstr>PowerPoint 프레젠테이션</vt:lpstr>
      <vt:lpstr>foundation</vt:lpstr>
      <vt:lpstr>겪었던 문제들</vt:lpstr>
      <vt:lpstr>각자 배운점 아쉬운점</vt:lpstr>
      <vt:lpstr>아쉬운점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웹페이지 기능 설명</dc:title>
  <dc:creator>sangw</dc:creator>
  <cp:lastModifiedBy>Baek Hajun</cp:lastModifiedBy>
  <cp:revision>19</cp:revision>
  <dcterms:created xsi:type="dcterms:W3CDTF">2021-09-05T08:39:17Z</dcterms:created>
  <dcterms:modified xsi:type="dcterms:W3CDTF">2021-09-05T09:58:27Z</dcterms:modified>
  <cp:version>1000.0000.01</cp:version>
</cp:coreProperties>
</file>